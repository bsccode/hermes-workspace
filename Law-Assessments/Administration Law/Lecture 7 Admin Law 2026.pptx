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6" r:id="rId1"/>
  </p:sldMasterIdLst>
  <p:notesMasterIdLst>
    <p:notesMasterId r:id="rId28"/>
  </p:notesMasterIdLst>
  <p:handoutMasterIdLst>
    <p:handoutMasterId r:id="rId29"/>
  </p:handoutMasterIdLst>
  <p:sldIdLst>
    <p:sldId id="438" r:id="rId2"/>
    <p:sldId id="264" r:id="rId3"/>
    <p:sldId id="366" r:id="rId4"/>
    <p:sldId id="347" r:id="rId5"/>
    <p:sldId id="426" r:id="rId6"/>
    <p:sldId id="352" r:id="rId7"/>
    <p:sldId id="412" r:id="rId8"/>
    <p:sldId id="428" r:id="rId9"/>
    <p:sldId id="429" r:id="rId10"/>
    <p:sldId id="430" r:id="rId11"/>
    <p:sldId id="391" r:id="rId12"/>
    <p:sldId id="431" r:id="rId13"/>
    <p:sldId id="390" r:id="rId14"/>
    <p:sldId id="393" r:id="rId15"/>
    <p:sldId id="406" r:id="rId16"/>
    <p:sldId id="432" r:id="rId17"/>
    <p:sldId id="394" r:id="rId18"/>
    <p:sldId id="433" r:id="rId19"/>
    <p:sldId id="434" r:id="rId20"/>
    <p:sldId id="415" r:id="rId21"/>
    <p:sldId id="416" r:id="rId22"/>
    <p:sldId id="417" r:id="rId23"/>
    <p:sldId id="427" r:id="rId24"/>
    <p:sldId id="435" r:id="rId25"/>
    <p:sldId id="436" r:id="rId26"/>
    <p:sldId id="437" r:id="rId27"/>
  </p:sldIdLst>
  <p:sldSz cx="9144000" cy="5143500" type="screen16x9"/>
  <p:notesSz cx="6858000" cy="9144000"/>
  <p:embeddedFontLst>
    <p:embeddedFont>
      <p:font typeface="Aptos Light" panose="020B0004020202020204" pitchFamily="34" charset="0"/>
      <p:regular r:id="rId30"/>
      <p: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mel De Maio Chong" initials="CDMC" lastIdx="1" clrIdx="0">
    <p:extLst>
      <p:ext uri="{19B8F6BF-5375-455C-9EA6-DF929625EA0E}">
        <p15:presenceInfo xmlns:p15="http://schemas.microsoft.com/office/powerpoint/2012/main" userId="b61b7da9a1e7058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613F45-4780-4E43-B8EB-E9DF7685799F}" v="308" dt="2026-04-09T04:50:04.518"/>
  </p1510:revLst>
</p1510:revInfo>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195" autoAdjust="0"/>
  </p:normalViewPr>
  <p:slideViewPr>
    <p:cSldViewPr snapToGrid="0" snapToObjects="1">
      <p:cViewPr varScale="1">
        <p:scale>
          <a:sx n="79" d="100"/>
          <a:sy n="79" d="100"/>
        </p:scale>
        <p:origin x="872" y="64"/>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26" d="100"/>
          <a:sy n="126" d="100"/>
        </p:scale>
        <p:origin x="251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dn RIGBY" userId="972463ba-6779-42f1-9e0f-74adaea6b0d4" providerId="ADAL" clId="{29F7B4FC-E2C3-4F9B-B601-0BCDC4E8AF3C}"/>
    <pc:docChg chg="undo custSel addSld delSld modSld modMainMaster">
      <pc:chgData name="Haydn RIGBY" userId="972463ba-6779-42f1-9e0f-74adaea6b0d4" providerId="ADAL" clId="{29F7B4FC-E2C3-4F9B-B601-0BCDC4E8AF3C}" dt="2026-04-09T08:57:53.956" v="4893" actId="20577"/>
      <pc:docMkLst>
        <pc:docMk/>
      </pc:docMkLst>
      <pc:sldChg chg="modSp del mod">
        <pc:chgData name="Haydn RIGBY" userId="972463ba-6779-42f1-9e0f-74adaea6b0d4" providerId="ADAL" clId="{29F7B4FC-E2C3-4F9B-B601-0BCDC4E8AF3C}" dt="2026-04-09T04:49:33.099" v="4822" actId="47"/>
        <pc:sldMkLst>
          <pc:docMk/>
          <pc:sldMk cId="2107154420" sldId="263"/>
        </pc:sldMkLst>
        <pc:spChg chg="mod">
          <ac:chgData name="Haydn RIGBY" userId="972463ba-6779-42f1-9e0f-74adaea6b0d4" providerId="ADAL" clId="{29F7B4FC-E2C3-4F9B-B601-0BCDC4E8AF3C}" dt="2026-04-09T04:48:01.824" v="4780" actId="207"/>
          <ac:spMkLst>
            <pc:docMk/>
            <pc:sldMk cId="2107154420" sldId="263"/>
            <ac:spMk id="5" creationId="{00000000-0000-0000-0000-000000000000}"/>
          </ac:spMkLst>
        </pc:spChg>
      </pc:sldChg>
      <pc:sldChg chg="addSp delSp modSp mod modClrScheme chgLayout">
        <pc:chgData name="Haydn RIGBY" userId="972463ba-6779-42f1-9e0f-74adaea6b0d4" providerId="ADAL" clId="{29F7B4FC-E2C3-4F9B-B601-0BCDC4E8AF3C}" dt="2026-04-09T02:56:26.772" v="137" actId="20577"/>
        <pc:sldMkLst>
          <pc:docMk/>
          <pc:sldMk cId="2902912579" sldId="264"/>
        </pc:sldMkLst>
        <pc:spChg chg="mod">
          <ac:chgData name="Haydn RIGBY" userId="972463ba-6779-42f1-9e0f-74adaea6b0d4" providerId="ADAL" clId="{29F7B4FC-E2C3-4F9B-B601-0BCDC4E8AF3C}" dt="2026-04-09T02:54:17.162" v="17" actId="26606"/>
          <ac:spMkLst>
            <pc:docMk/>
            <pc:sldMk cId="2902912579" sldId="264"/>
            <ac:spMk id="6" creationId="{00000000-0000-0000-0000-000000000000}"/>
          </ac:spMkLst>
        </pc:spChg>
        <pc:spChg chg="del">
          <ac:chgData name="Haydn RIGBY" userId="972463ba-6779-42f1-9e0f-74adaea6b0d4" providerId="ADAL" clId="{29F7B4FC-E2C3-4F9B-B601-0BCDC4E8AF3C}" dt="2026-04-09T02:54:17.162" v="17" actId="26606"/>
          <ac:spMkLst>
            <pc:docMk/>
            <pc:sldMk cId="2902912579" sldId="264"/>
            <ac:spMk id="7" creationId="{00000000-0000-0000-0000-000000000000}"/>
          </ac:spMkLst>
        </pc:spChg>
        <pc:graphicFrameChg chg="add mod">
          <ac:chgData name="Haydn RIGBY" userId="972463ba-6779-42f1-9e0f-74adaea6b0d4" providerId="ADAL" clId="{29F7B4FC-E2C3-4F9B-B601-0BCDC4E8AF3C}" dt="2026-04-09T02:56:26.772" v="137" actId="20577"/>
          <ac:graphicFrameMkLst>
            <pc:docMk/>
            <pc:sldMk cId="2902912579" sldId="264"/>
            <ac:graphicFrameMk id="9" creationId="{E7E5DDEC-ED19-92AB-8EEC-F59656B5463C}"/>
          </ac:graphicFrameMkLst>
        </pc:graphicFrameChg>
        <pc:picChg chg="add mod">
          <ac:chgData name="Haydn RIGBY" userId="972463ba-6779-42f1-9e0f-74adaea6b0d4" providerId="ADAL" clId="{29F7B4FC-E2C3-4F9B-B601-0BCDC4E8AF3C}" dt="2026-04-09T02:54:40.013" v="22" actId="14100"/>
          <ac:picMkLst>
            <pc:docMk/>
            <pc:sldMk cId="2902912579" sldId="264"/>
            <ac:picMk id="2" creationId="{13AE393A-5157-AED7-3258-4CC9E97ADBD0}"/>
          </ac:picMkLst>
        </pc:picChg>
        <pc:picChg chg="add del">
          <ac:chgData name="Haydn RIGBY" userId="972463ba-6779-42f1-9e0f-74adaea6b0d4" providerId="ADAL" clId="{29F7B4FC-E2C3-4F9B-B601-0BCDC4E8AF3C}" dt="2026-04-09T02:54:02.208" v="16" actId="21"/>
          <ac:picMkLst>
            <pc:docMk/>
            <pc:sldMk cId="2902912579" sldId="264"/>
            <ac:picMk id="1026" creationId="{24F52ED9-B59B-A556-80A9-96699251DE0E}"/>
          </ac:picMkLst>
        </pc:picChg>
      </pc:sldChg>
      <pc:sldChg chg="delSp del delDesignElem">
        <pc:chgData name="Haydn RIGBY" userId="972463ba-6779-42f1-9e0f-74adaea6b0d4" providerId="ADAL" clId="{29F7B4FC-E2C3-4F9B-B601-0BCDC4E8AF3C}" dt="2026-04-09T03:38:40.774" v="1263" actId="47"/>
        <pc:sldMkLst>
          <pc:docMk/>
          <pc:sldMk cId="2087887842" sldId="336"/>
        </pc:sldMkLst>
        <pc:spChg chg="del">
          <ac:chgData name="Haydn RIGBY" userId="972463ba-6779-42f1-9e0f-74adaea6b0d4" providerId="ADAL" clId="{29F7B4FC-E2C3-4F9B-B601-0BCDC4E8AF3C}" dt="2026-04-09T02:53:08.388" v="3"/>
          <ac:spMkLst>
            <pc:docMk/>
            <pc:sldMk cId="2087887842" sldId="336"/>
            <ac:spMk id="40" creationId="{1DB7C82F-AB7E-4F0C-B829-FA1B9C415180}"/>
          </ac:spMkLst>
        </pc:spChg>
        <pc:spChg chg="del">
          <ac:chgData name="Haydn RIGBY" userId="972463ba-6779-42f1-9e0f-74adaea6b0d4" providerId="ADAL" clId="{29F7B4FC-E2C3-4F9B-B601-0BCDC4E8AF3C}" dt="2026-04-09T02:53:08.388" v="3"/>
          <ac:spMkLst>
            <pc:docMk/>
            <pc:sldMk cId="2087887842" sldId="336"/>
            <ac:spMk id="41" creationId="{F55FFF17-D3D5-4F58-BA56-54EA901CE038}"/>
          </ac:spMkLst>
        </pc:spChg>
      </pc:sldChg>
      <pc:sldChg chg="addSp delSp modSp mod modClrScheme chgLayout">
        <pc:chgData name="Haydn RIGBY" userId="972463ba-6779-42f1-9e0f-74adaea6b0d4" providerId="ADAL" clId="{29F7B4FC-E2C3-4F9B-B601-0BCDC4E8AF3C}" dt="2026-04-09T03:00:25.361" v="223" actId="26606"/>
        <pc:sldMkLst>
          <pc:docMk/>
          <pc:sldMk cId="1854717378" sldId="347"/>
        </pc:sldMkLst>
        <pc:spChg chg="mod">
          <ac:chgData name="Haydn RIGBY" userId="972463ba-6779-42f1-9e0f-74adaea6b0d4" providerId="ADAL" clId="{29F7B4FC-E2C3-4F9B-B601-0BCDC4E8AF3C}" dt="2026-04-09T03:00:25.361" v="223" actId="26606"/>
          <ac:spMkLst>
            <pc:docMk/>
            <pc:sldMk cId="1854717378" sldId="347"/>
            <ac:spMk id="6" creationId="{00000000-0000-0000-0000-000000000000}"/>
          </ac:spMkLst>
        </pc:spChg>
        <pc:spChg chg="del">
          <ac:chgData name="Haydn RIGBY" userId="972463ba-6779-42f1-9e0f-74adaea6b0d4" providerId="ADAL" clId="{29F7B4FC-E2C3-4F9B-B601-0BCDC4E8AF3C}" dt="2026-04-09T03:00:25.361" v="223" actId="26606"/>
          <ac:spMkLst>
            <pc:docMk/>
            <pc:sldMk cId="1854717378" sldId="347"/>
            <ac:spMk id="7" creationId="{00000000-0000-0000-0000-000000000000}"/>
          </ac:spMkLst>
        </pc:spChg>
        <pc:graphicFrameChg chg="add mod">
          <ac:chgData name="Haydn RIGBY" userId="972463ba-6779-42f1-9e0f-74adaea6b0d4" providerId="ADAL" clId="{29F7B4FC-E2C3-4F9B-B601-0BCDC4E8AF3C}" dt="2026-04-09T03:00:25.361" v="223" actId="26606"/>
          <ac:graphicFrameMkLst>
            <pc:docMk/>
            <pc:sldMk cId="1854717378" sldId="347"/>
            <ac:graphicFrameMk id="9" creationId="{5263BA64-E2B1-FE0A-B4FF-25B2A2810ECC}"/>
          </ac:graphicFrameMkLst>
        </pc:graphicFrameChg>
      </pc:sldChg>
      <pc:sldChg chg="addSp delSp modSp mod modClrScheme chgLayout">
        <pc:chgData name="Haydn RIGBY" userId="972463ba-6779-42f1-9e0f-74adaea6b0d4" providerId="ADAL" clId="{29F7B4FC-E2C3-4F9B-B601-0BCDC4E8AF3C}" dt="2026-04-09T03:04:49.912" v="266" actId="115"/>
        <pc:sldMkLst>
          <pc:docMk/>
          <pc:sldMk cId="231691512" sldId="352"/>
        </pc:sldMkLst>
        <pc:spChg chg="del">
          <ac:chgData name="Haydn RIGBY" userId="972463ba-6779-42f1-9e0f-74adaea6b0d4" providerId="ADAL" clId="{29F7B4FC-E2C3-4F9B-B601-0BCDC4E8AF3C}" dt="2026-04-09T03:01:24.490" v="230" actId="478"/>
          <ac:spMkLst>
            <pc:docMk/>
            <pc:sldMk cId="231691512" sldId="352"/>
            <ac:spMk id="4" creationId="{A581DA8A-0A59-4129-B8EB-B0A99B3DF19D}"/>
          </ac:spMkLst>
        </pc:spChg>
        <pc:spChg chg="del">
          <ac:chgData name="Haydn RIGBY" userId="972463ba-6779-42f1-9e0f-74adaea6b0d4" providerId="ADAL" clId="{29F7B4FC-E2C3-4F9B-B601-0BCDC4E8AF3C}" dt="2026-04-09T03:01:34.598" v="232" actId="478"/>
          <ac:spMkLst>
            <pc:docMk/>
            <pc:sldMk cId="231691512" sldId="352"/>
            <ac:spMk id="5" creationId="{C65CCBD7-9F3D-C464-8B23-104F610CE180}"/>
          </ac:spMkLst>
        </pc:spChg>
        <pc:spChg chg="mod">
          <ac:chgData name="Haydn RIGBY" userId="972463ba-6779-42f1-9e0f-74adaea6b0d4" providerId="ADAL" clId="{29F7B4FC-E2C3-4F9B-B601-0BCDC4E8AF3C}" dt="2026-04-09T03:02:12.589" v="238" actId="26606"/>
          <ac:spMkLst>
            <pc:docMk/>
            <pc:sldMk cId="231691512" sldId="352"/>
            <ac:spMk id="6" creationId="{00000000-0000-0000-0000-000000000000}"/>
          </ac:spMkLst>
        </pc:spChg>
        <pc:spChg chg="del mod">
          <ac:chgData name="Haydn RIGBY" userId="972463ba-6779-42f1-9e0f-74adaea6b0d4" providerId="ADAL" clId="{29F7B4FC-E2C3-4F9B-B601-0BCDC4E8AF3C}" dt="2026-04-09T03:02:12.589" v="238" actId="26606"/>
          <ac:spMkLst>
            <pc:docMk/>
            <pc:sldMk cId="231691512" sldId="352"/>
            <ac:spMk id="7" creationId="{00000000-0000-0000-0000-000000000000}"/>
          </ac:spMkLst>
        </pc:spChg>
        <pc:spChg chg="del">
          <ac:chgData name="Haydn RIGBY" userId="972463ba-6779-42f1-9e0f-74adaea6b0d4" providerId="ADAL" clId="{29F7B4FC-E2C3-4F9B-B601-0BCDC4E8AF3C}" dt="2026-04-09T03:01:32.056" v="231" actId="478"/>
          <ac:spMkLst>
            <pc:docMk/>
            <pc:sldMk cId="231691512" sldId="352"/>
            <ac:spMk id="8" creationId="{7BBCD956-5FB0-4137-9E66-260F510B11F9}"/>
          </ac:spMkLst>
        </pc:spChg>
        <pc:graphicFrameChg chg="add mod">
          <ac:chgData name="Haydn RIGBY" userId="972463ba-6779-42f1-9e0f-74adaea6b0d4" providerId="ADAL" clId="{29F7B4FC-E2C3-4F9B-B601-0BCDC4E8AF3C}" dt="2026-04-09T03:04:49.912" v="266" actId="115"/>
          <ac:graphicFrameMkLst>
            <pc:docMk/>
            <pc:sldMk cId="231691512" sldId="352"/>
            <ac:graphicFrameMk id="9" creationId="{74C0E0FA-4709-AF61-97C1-44A957FA839E}"/>
          </ac:graphicFrameMkLst>
        </pc:graphicFrameChg>
      </pc:sldChg>
      <pc:sldChg chg="addSp delSp modSp mod modClrScheme chgLayout">
        <pc:chgData name="Haydn RIGBY" userId="972463ba-6779-42f1-9e0f-74adaea6b0d4" providerId="ADAL" clId="{29F7B4FC-E2C3-4F9B-B601-0BCDC4E8AF3C}" dt="2026-04-09T04:49:50.365" v="4825" actId="478"/>
        <pc:sldMkLst>
          <pc:docMk/>
          <pc:sldMk cId="2500736073" sldId="366"/>
        </pc:sldMkLst>
        <pc:spChg chg="mod">
          <ac:chgData name="Haydn RIGBY" userId="972463ba-6779-42f1-9e0f-74adaea6b0d4" providerId="ADAL" clId="{29F7B4FC-E2C3-4F9B-B601-0BCDC4E8AF3C}" dt="2026-04-09T02:57:01.375" v="139" actId="26606"/>
          <ac:spMkLst>
            <pc:docMk/>
            <pc:sldMk cId="2500736073" sldId="366"/>
            <ac:spMk id="6" creationId="{00000000-0000-0000-0000-000000000000}"/>
          </ac:spMkLst>
        </pc:spChg>
        <pc:spChg chg="mod ord">
          <ac:chgData name="Haydn RIGBY" userId="972463ba-6779-42f1-9e0f-74adaea6b0d4" providerId="ADAL" clId="{29F7B4FC-E2C3-4F9B-B601-0BCDC4E8AF3C}" dt="2026-04-09T02:59:44.137" v="222" actId="12"/>
          <ac:spMkLst>
            <pc:docMk/>
            <pc:sldMk cId="2500736073" sldId="366"/>
            <ac:spMk id="7" creationId="{00000000-0000-0000-0000-000000000000}"/>
          </ac:spMkLst>
        </pc:spChg>
        <pc:picChg chg="add del mod">
          <ac:chgData name="Haydn RIGBY" userId="972463ba-6779-42f1-9e0f-74adaea6b0d4" providerId="ADAL" clId="{29F7B4FC-E2C3-4F9B-B601-0BCDC4E8AF3C}" dt="2026-04-09T04:49:50.365" v="4825" actId="478"/>
          <ac:picMkLst>
            <pc:docMk/>
            <pc:sldMk cId="2500736073" sldId="366"/>
            <ac:picMk id="2" creationId="{7036E244-1262-8C38-09E0-7E25AFC287B7}"/>
          </ac:picMkLst>
        </pc:picChg>
        <pc:picChg chg="del">
          <ac:chgData name="Haydn RIGBY" userId="972463ba-6779-42f1-9e0f-74adaea6b0d4" providerId="ADAL" clId="{29F7B4FC-E2C3-4F9B-B601-0BCDC4E8AF3C}" dt="2026-04-09T02:56:49.522" v="138" actId="21"/>
          <ac:picMkLst>
            <pc:docMk/>
            <pc:sldMk cId="2500736073" sldId="366"/>
            <ac:picMk id="2050" creationId="{B2B17B5A-8FBD-2238-4E56-07E40694FFEE}"/>
          </ac:picMkLst>
        </pc:picChg>
      </pc:sldChg>
      <pc:sldChg chg="delSp del delDesignElem">
        <pc:chgData name="Haydn RIGBY" userId="972463ba-6779-42f1-9e0f-74adaea6b0d4" providerId="ADAL" clId="{29F7B4FC-E2C3-4F9B-B601-0BCDC4E8AF3C}" dt="2026-04-09T03:43:05.230" v="1344" actId="47"/>
        <pc:sldMkLst>
          <pc:docMk/>
          <pc:sldMk cId="2462493635" sldId="386"/>
        </pc:sldMkLst>
        <pc:spChg chg="del">
          <ac:chgData name="Haydn RIGBY" userId="972463ba-6779-42f1-9e0f-74adaea6b0d4" providerId="ADAL" clId="{29F7B4FC-E2C3-4F9B-B601-0BCDC4E8AF3C}" dt="2026-04-09T02:53:08.388" v="3"/>
          <ac:spMkLst>
            <pc:docMk/>
            <pc:sldMk cId="2462493635" sldId="386"/>
            <ac:spMk id="40" creationId="{1DB7C82F-AB7E-4F0C-B829-FA1B9C415180}"/>
          </ac:spMkLst>
        </pc:spChg>
        <pc:spChg chg="del">
          <ac:chgData name="Haydn RIGBY" userId="972463ba-6779-42f1-9e0f-74adaea6b0d4" providerId="ADAL" clId="{29F7B4FC-E2C3-4F9B-B601-0BCDC4E8AF3C}" dt="2026-04-09T02:53:08.388" v="3"/>
          <ac:spMkLst>
            <pc:docMk/>
            <pc:sldMk cId="2462493635" sldId="386"/>
            <ac:spMk id="41" creationId="{F55FFF17-D3D5-4F58-BA56-54EA901CE038}"/>
          </ac:spMkLst>
        </pc:spChg>
      </pc:sldChg>
      <pc:sldChg chg="modSp del">
        <pc:chgData name="Haydn RIGBY" userId="972463ba-6779-42f1-9e0f-74adaea6b0d4" providerId="ADAL" clId="{29F7B4FC-E2C3-4F9B-B601-0BCDC4E8AF3C}" dt="2026-04-09T03:38:39.637" v="1262" actId="47"/>
        <pc:sldMkLst>
          <pc:docMk/>
          <pc:sldMk cId="1702732115" sldId="387"/>
        </pc:sldMkLst>
        <pc:spChg chg="mod">
          <ac:chgData name="Haydn RIGBY" userId="972463ba-6779-42f1-9e0f-74adaea6b0d4" providerId="ADAL" clId="{29F7B4FC-E2C3-4F9B-B601-0BCDC4E8AF3C}" dt="2026-04-09T02:53:08.388" v="3"/>
          <ac:spMkLst>
            <pc:docMk/>
            <pc:sldMk cId="1702732115" sldId="387"/>
            <ac:spMk id="6" creationId="{00000000-0000-0000-0000-000000000000}"/>
          </ac:spMkLst>
        </pc:spChg>
        <pc:graphicFrameChg chg="mod">
          <ac:chgData name="Haydn RIGBY" userId="972463ba-6779-42f1-9e0f-74adaea6b0d4" providerId="ADAL" clId="{29F7B4FC-E2C3-4F9B-B601-0BCDC4E8AF3C}" dt="2026-04-09T03:36:53.134" v="1251" actId="14100"/>
          <ac:graphicFrameMkLst>
            <pc:docMk/>
            <pc:sldMk cId="1702732115" sldId="387"/>
            <ac:graphicFrameMk id="2" creationId="{E41F53EC-1612-42D6-A916-632077DE6EDE}"/>
          </ac:graphicFrameMkLst>
        </pc:graphicFrameChg>
      </pc:sldChg>
      <pc:sldChg chg="addSp delSp modSp mod modClrScheme chgLayout">
        <pc:chgData name="Haydn RIGBY" userId="972463ba-6779-42f1-9e0f-74adaea6b0d4" providerId="ADAL" clId="{29F7B4FC-E2C3-4F9B-B601-0BCDC4E8AF3C}" dt="2026-04-09T04:53:00.235" v="4866" actId="14100"/>
        <pc:sldMkLst>
          <pc:docMk/>
          <pc:sldMk cId="267377088" sldId="390"/>
        </pc:sldMkLst>
        <pc:spChg chg="mod">
          <ac:chgData name="Haydn RIGBY" userId="972463ba-6779-42f1-9e0f-74adaea6b0d4" providerId="ADAL" clId="{29F7B4FC-E2C3-4F9B-B601-0BCDC4E8AF3C}" dt="2026-04-09T04:53:00.235" v="4866" actId="14100"/>
          <ac:spMkLst>
            <pc:docMk/>
            <pc:sldMk cId="267377088" sldId="390"/>
            <ac:spMk id="6" creationId="{00000000-0000-0000-0000-000000000000}"/>
          </ac:spMkLst>
        </pc:spChg>
        <pc:spChg chg="del">
          <ac:chgData name="Haydn RIGBY" userId="972463ba-6779-42f1-9e0f-74adaea6b0d4" providerId="ADAL" clId="{29F7B4FC-E2C3-4F9B-B601-0BCDC4E8AF3C}" dt="2026-04-09T03:34:30.894" v="1169" actId="26606"/>
          <ac:spMkLst>
            <pc:docMk/>
            <pc:sldMk cId="267377088" sldId="390"/>
            <ac:spMk id="7" creationId="{00000000-0000-0000-0000-000000000000}"/>
          </ac:spMkLst>
        </pc:spChg>
        <pc:graphicFrameChg chg="add mod">
          <ac:chgData name="Haydn RIGBY" userId="972463ba-6779-42f1-9e0f-74adaea6b0d4" providerId="ADAL" clId="{29F7B4FC-E2C3-4F9B-B601-0BCDC4E8AF3C}" dt="2026-04-09T03:36:22.381" v="1248" actId="20577"/>
          <ac:graphicFrameMkLst>
            <pc:docMk/>
            <pc:sldMk cId="267377088" sldId="390"/>
            <ac:graphicFrameMk id="9" creationId="{67179346-6874-2163-CA26-CA00E63117E6}"/>
          </ac:graphicFrameMkLst>
        </pc:graphicFrameChg>
        <pc:picChg chg="del">
          <ac:chgData name="Haydn RIGBY" userId="972463ba-6779-42f1-9e0f-74adaea6b0d4" providerId="ADAL" clId="{29F7B4FC-E2C3-4F9B-B601-0BCDC4E8AF3C}" dt="2026-04-09T03:34:09.507" v="1168" actId="21"/>
          <ac:picMkLst>
            <pc:docMk/>
            <pc:sldMk cId="267377088" sldId="390"/>
            <ac:picMk id="3074" creationId="{3A86A6B5-AFA7-9407-C89E-C78CCE6CEA50}"/>
          </ac:picMkLst>
        </pc:picChg>
      </pc:sldChg>
      <pc:sldChg chg="modSp mod modClrScheme chgLayout">
        <pc:chgData name="Haydn RIGBY" userId="972463ba-6779-42f1-9e0f-74adaea6b0d4" providerId="ADAL" clId="{29F7B4FC-E2C3-4F9B-B601-0BCDC4E8AF3C}" dt="2026-04-09T04:52:22.376" v="4861" actId="14100"/>
        <pc:sldMkLst>
          <pc:docMk/>
          <pc:sldMk cId="1109220135" sldId="391"/>
        </pc:sldMkLst>
        <pc:spChg chg="mod">
          <ac:chgData name="Haydn RIGBY" userId="972463ba-6779-42f1-9e0f-74adaea6b0d4" providerId="ADAL" clId="{29F7B4FC-E2C3-4F9B-B601-0BCDC4E8AF3C}" dt="2026-04-09T04:52:02.704" v="4858" actId="115"/>
          <ac:spMkLst>
            <pc:docMk/>
            <pc:sldMk cId="1109220135" sldId="391"/>
            <ac:spMk id="6" creationId="{00000000-0000-0000-0000-000000000000}"/>
          </ac:spMkLst>
        </pc:spChg>
        <pc:spChg chg="mod ord">
          <ac:chgData name="Haydn RIGBY" userId="972463ba-6779-42f1-9e0f-74adaea6b0d4" providerId="ADAL" clId="{29F7B4FC-E2C3-4F9B-B601-0BCDC4E8AF3C}" dt="2026-04-09T04:52:22.376" v="4861" actId="14100"/>
          <ac:spMkLst>
            <pc:docMk/>
            <pc:sldMk cId="1109220135" sldId="391"/>
            <ac:spMk id="7" creationId="{00000000-0000-0000-0000-000000000000}"/>
          </ac:spMkLst>
        </pc:spChg>
      </pc:sldChg>
      <pc:sldChg chg="modSp mod modClrScheme chgLayout">
        <pc:chgData name="Haydn RIGBY" userId="972463ba-6779-42f1-9e0f-74adaea6b0d4" providerId="ADAL" clId="{29F7B4FC-E2C3-4F9B-B601-0BCDC4E8AF3C}" dt="2026-04-09T04:53:15.082" v="4868" actId="14100"/>
        <pc:sldMkLst>
          <pc:docMk/>
          <pc:sldMk cId="2607011202" sldId="393"/>
        </pc:sldMkLst>
        <pc:spChg chg="mod">
          <ac:chgData name="Haydn RIGBY" userId="972463ba-6779-42f1-9e0f-74adaea6b0d4" providerId="ADAL" clId="{29F7B4FC-E2C3-4F9B-B601-0BCDC4E8AF3C}" dt="2026-04-09T04:53:15.082" v="4868" actId="14100"/>
          <ac:spMkLst>
            <pc:docMk/>
            <pc:sldMk cId="2607011202" sldId="393"/>
            <ac:spMk id="6" creationId="{00000000-0000-0000-0000-000000000000}"/>
          </ac:spMkLst>
        </pc:spChg>
        <pc:spChg chg="mod ord">
          <ac:chgData name="Haydn RIGBY" userId="972463ba-6779-42f1-9e0f-74adaea6b0d4" providerId="ADAL" clId="{29F7B4FC-E2C3-4F9B-B601-0BCDC4E8AF3C}" dt="2026-04-09T03:40:11.069" v="1268" actId="27636"/>
          <ac:spMkLst>
            <pc:docMk/>
            <pc:sldMk cId="2607011202" sldId="393"/>
            <ac:spMk id="7" creationId="{00000000-0000-0000-0000-000000000000}"/>
          </ac:spMkLst>
        </pc:spChg>
      </pc:sldChg>
      <pc:sldChg chg="addSp delSp modSp mod modClrScheme chgLayout">
        <pc:chgData name="Haydn RIGBY" userId="972463ba-6779-42f1-9e0f-74adaea6b0d4" providerId="ADAL" clId="{29F7B4FC-E2C3-4F9B-B601-0BCDC4E8AF3C}" dt="2026-04-09T04:04:14.300" v="2341" actId="179"/>
        <pc:sldMkLst>
          <pc:docMk/>
          <pc:sldMk cId="911136894" sldId="394"/>
        </pc:sldMkLst>
        <pc:spChg chg="mod">
          <ac:chgData name="Haydn RIGBY" userId="972463ba-6779-42f1-9e0f-74adaea6b0d4" providerId="ADAL" clId="{29F7B4FC-E2C3-4F9B-B601-0BCDC4E8AF3C}" dt="2026-04-09T03:52:10.587" v="1484" actId="14100"/>
          <ac:spMkLst>
            <pc:docMk/>
            <pc:sldMk cId="911136894" sldId="394"/>
            <ac:spMk id="6" creationId="{00000000-0000-0000-0000-000000000000}"/>
          </ac:spMkLst>
        </pc:spChg>
        <pc:spChg chg="mod ord">
          <ac:chgData name="Haydn RIGBY" userId="972463ba-6779-42f1-9e0f-74adaea6b0d4" providerId="ADAL" clId="{29F7B4FC-E2C3-4F9B-B601-0BCDC4E8AF3C}" dt="2026-04-09T04:04:14.300" v="2341" actId="179"/>
          <ac:spMkLst>
            <pc:docMk/>
            <pc:sldMk cId="911136894" sldId="394"/>
            <ac:spMk id="7" creationId="{00000000-0000-0000-0000-000000000000}"/>
          </ac:spMkLst>
        </pc:spChg>
        <pc:picChg chg="add mod">
          <ac:chgData name="Haydn RIGBY" userId="972463ba-6779-42f1-9e0f-74adaea6b0d4" providerId="ADAL" clId="{29F7B4FC-E2C3-4F9B-B601-0BCDC4E8AF3C}" dt="2026-04-09T03:51:41.151" v="1473" actId="14100"/>
          <ac:picMkLst>
            <pc:docMk/>
            <pc:sldMk cId="911136894" sldId="394"/>
            <ac:picMk id="2" creationId="{4E5180F0-6AB9-D408-373C-951B65E99460}"/>
          </ac:picMkLst>
        </pc:picChg>
        <pc:picChg chg="del">
          <ac:chgData name="Haydn RIGBY" userId="972463ba-6779-42f1-9e0f-74adaea6b0d4" providerId="ADAL" clId="{29F7B4FC-E2C3-4F9B-B601-0BCDC4E8AF3C}" dt="2026-04-09T03:51:11.625" v="1467" actId="21"/>
          <ac:picMkLst>
            <pc:docMk/>
            <pc:sldMk cId="911136894" sldId="394"/>
            <ac:picMk id="6148" creationId="{4E5180F0-6AB9-D408-373C-951B65E99460}"/>
          </ac:picMkLst>
        </pc:picChg>
      </pc:sldChg>
      <pc:sldChg chg="addSp delSp modSp del">
        <pc:chgData name="Haydn RIGBY" userId="972463ba-6779-42f1-9e0f-74adaea6b0d4" providerId="ADAL" clId="{29F7B4FC-E2C3-4F9B-B601-0BCDC4E8AF3C}" dt="2026-04-09T04:09:13.236" v="2358" actId="47"/>
        <pc:sldMkLst>
          <pc:docMk/>
          <pc:sldMk cId="1536008280" sldId="395"/>
        </pc:sldMkLst>
        <pc:spChg chg="mod">
          <ac:chgData name="Haydn RIGBY" userId="972463ba-6779-42f1-9e0f-74adaea6b0d4" providerId="ADAL" clId="{29F7B4FC-E2C3-4F9B-B601-0BCDC4E8AF3C}" dt="2026-04-09T02:53:08.388" v="3"/>
          <ac:spMkLst>
            <pc:docMk/>
            <pc:sldMk cId="1536008280" sldId="395"/>
            <ac:spMk id="6" creationId="{00000000-0000-0000-0000-000000000000}"/>
          </ac:spMkLst>
        </pc:spChg>
        <pc:picChg chg="add mod">
          <ac:chgData name="Haydn RIGBY" userId="972463ba-6779-42f1-9e0f-74adaea6b0d4" providerId="ADAL" clId="{29F7B4FC-E2C3-4F9B-B601-0BCDC4E8AF3C}" dt="2026-04-09T03:49:15.301" v="1449"/>
          <ac:picMkLst>
            <pc:docMk/>
            <pc:sldMk cId="1536008280" sldId="395"/>
            <ac:picMk id="2" creationId="{A01DE3F7-BAB5-675E-6438-56B28311985D}"/>
          </ac:picMkLst>
        </pc:picChg>
        <pc:picChg chg="add del mod">
          <ac:chgData name="Haydn RIGBY" userId="972463ba-6779-42f1-9e0f-74adaea6b0d4" providerId="ADAL" clId="{29F7B4FC-E2C3-4F9B-B601-0BCDC4E8AF3C}" dt="2026-04-09T03:49:42.339" v="1454" actId="21"/>
          <ac:picMkLst>
            <pc:docMk/>
            <pc:sldMk cId="1536008280" sldId="395"/>
            <ac:picMk id="5124" creationId="{86FAEB01-E9A2-80B0-266E-47D7BBBB9895}"/>
          </ac:picMkLst>
        </pc:picChg>
        <pc:picChg chg="add mod">
          <ac:chgData name="Haydn RIGBY" userId="972463ba-6779-42f1-9e0f-74adaea6b0d4" providerId="ADAL" clId="{29F7B4FC-E2C3-4F9B-B601-0BCDC4E8AF3C}" dt="2026-04-09T03:48:36.152" v="1446"/>
          <ac:picMkLst>
            <pc:docMk/>
            <pc:sldMk cId="1536008280" sldId="395"/>
            <ac:picMk id="5128" creationId="{A01DE3F7-BAB5-675E-6438-56B28311985D}"/>
          </ac:picMkLst>
        </pc:picChg>
      </pc:sldChg>
      <pc:sldChg chg="delSp modSp del mod">
        <pc:chgData name="Haydn RIGBY" userId="972463ba-6779-42f1-9e0f-74adaea6b0d4" providerId="ADAL" clId="{29F7B4FC-E2C3-4F9B-B601-0BCDC4E8AF3C}" dt="2026-04-09T03:48:10.103" v="1443" actId="2696"/>
        <pc:sldMkLst>
          <pc:docMk/>
          <pc:sldMk cId="584711371" sldId="400"/>
        </pc:sldMkLst>
        <pc:spChg chg="mod">
          <ac:chgData name="Haydn RIGBY" userId="972463ba-6779-42f1-9e0f-74adaea6b0d4" providerId="ADAL" clId="{29F7B4FC-E2C3-4F9B-B601-0BCDC4E8AF3C}" dt="2026-04-09T03:44:05.273" v="1357"/>
          <ac:spMkLst>
            <pc:docMk/>
            <pc:sldMk cId="584711371" sldId="400"/>
            <ac:spMk id="6" creationId="{00000000-0000-0000-0000-000000000000}"/>
          </ac:spMkLst>
        </pc:spChg>
        <pc:spChg chg="mod">
          <ac:chgData name="Haydn RIGBY" userId="972463ba-6779-42f1-9e0f-74adaea6b0d4" providerId="ADAL" clId="{29F7B4FC-E2C3-4F9B-B601-0BCDC4E8AF3C}" dt="2026-04-09T03:47:24.035" v="1440" actId="27636"/>
          <ac:spMkLst>
            <pc:docMk/>
            <pc:sldMk cId="584711371" sldId="400"/>
            <ac:spMk id="7" creationId="{00000000-0000-0000-0000-000000000000}"/>
          </ac:spMkLst>
        </pc:spChg>
        <pc:picChg chg="del">
          <ac:chgData name="Haydn RIGBY" userId="972463ba-6779-42f1-9e0f-74adaea6b0d4" providerId="ADAL" clId="{29F7B4FC-E2C3-4F9B-B601-0BCDC4E8AF3C}" dt="2026-04-09T03:47:54.159" v="1441" actId="21"/>
          <ac:picMkLst>
            <pc:docMk/>
            <pc:sldMk cId="584711371" sldId="400"/>
            <ac:picMk id="5124" creationId="{86FAEB01-E9A2-80B0-266E-47D7BBBB9895}"/>
          </ac:picMkLst>
        </pc:picChg>
      </pc:sldChg>
      <pc:sldChg chg="addSp delSp modSp add del mod modClrScheme chgLayout">
        <pc:chgData name="Haydn RIGBY" userId="972463ba-6779-42f1-9e0f-74adaea6b0d4" providerId="ADAL" clId="{29F7B4FC-E2C3-4F9B-B601-0BCDC4E8AF3C}" dt="2026-04-09T04:09:36.353" v="2359" actId="47"/>
        <pc:sldMkLst>
          <pc:docMk/>
          <pc:sldMk cId="3819803408" sldId="400"/>
        </pc:sldMkLst>
        <pc:spChg chg="mod">
          <ac:chgData name="Haydn RIGBY" userId="972463ba-6779-42f1-9e0f-74adaea6b0d4" providerId="ADAL" clId="{29F7B4FC-E2C3-4F9B-B601-0BCDC4E8AF3C}" dt="2026-04-09T03:49:27.099" v="1450" actId="26606"/>
          <ac:spMkLst>
            <pc:docMk/>
            <pc:sldMk cId="3819803408" sldId="400"/>
            <ac:spMk id="6" creationId="{00000000-0000-0000-0000-000000000000}"/>
          </ac:spMkLst>
        </pc:spChg>
        <pc:spChg chg="mod ord">
          <ac:chgData name="Haydn RIGBY" userId="972463ba-6779-42f1-9e0f-74adaea6b0d4" providerId="ADAL" clId="{29F7B4FC-E2C3-4F9B-B601-0BCDC4E8AF3C}" dt="2026-04-09T03:50:37.681" v="1463" actId="255"/>
          <ac:spMkLst>
            <pc:docMk/>
            <pc:sldMk cId="3819803408" sldId="400"/>
            <ac:spMk id="7" creationId="{00000000-0000-0000-0000-000000000000}"/>
          </ac:spMkLst>
        </pc:spChg>
        <pc:picChg chg="add mod">
          <ac:chgData name="Haydn RIGBY" userId="972463ba-6779-42f1-9e0f-74adaea6b0d4" providerId="ADAL" clId="{29F7B4FC-E2C3-4F9B-B601-0BCDC4E8AF3C}" dt="2026-04-09T03:50:00.355" v="1456" actId="1076"/>
          <ac:picMkLst>
            <pc:docMk/>
            <pc:sldMk cId="3819803408" sldId="400"/>
            <ac:picMk id="2" creationId="{48C73811-15DD-5A1E-0619-BDA0B028EDD2}"/>
          </ac:picMkLst>
        </pc:picChg>
        <pc:picChg chg="add mod">
          <ac:chgData name="Haydn RIGBY" userId="972463ba-6779-42f1-9e0f-74adaea6b0d4" providerId="ADAL" clId="{29F7B4FC-E2C3-4F9B-B601-0BCDC4E8AF3C}" dt="2026-04-09T03:50:04.413" v="1457" actId="1076"/>
          <ac:picMkLst>
            <pc:docMk/>
            <pc:sldMk cId="3819803408" sldId="400"/>
            <ac:picMk id="5124" creationId="{86FAEB01-E9A2-80B0-266E-47D7BBBB9895}"/>
          </ac:picMkLst>
        </pc:picChg>
        <pc:picChg chg="add del">
          <ac:chgData name="Haydn RIGBY" userId="972463ba-6779-42f1-9e0f-74adaea6b0d4" providerId="ADAL" clId="{29F7B4FC-E2C3-4F9B-B601-0BCDC4E8AF3C}" dt="2026-04-09T03:49:06.301" v="1448" actId="21"/>
          <ac:picMkLst>
            <pc:docMk/>
            <pc:sldMk cId="3819803408" sldId="400"/>
            <ac:picMk id="5128" creationId="{A01DE3F7-BAB5-675E-6438-56B28311985D}"/>
          </ac:picMkLst>
        </pc:picChg>
      </pc:sldChg>
      <pc:sldChg chg="delSp del delDesignElem">
        <pc:chgData name="Haydn RIGBY" userId="972463ba-6779-42f1-9e0f-74adaea6b0d4" providerId="ADAL" clId="{29F7B4FC-E2C3-4F9B-B601-0BCDC4E8AF3C}" dt="2026-04-09T03:33:40.511" v="1167" actId="47"/>
        <pc:sldMkLst>
          <pc:docMk/>
          <pc:sldMk cId="236320203" sldId="405"/>
        </pc:sldMkLst>
        <pc:spChg chg="del">
          <ac:chgData name="Haydn RIGBY" userId="972463ba-6779-42f1-9e0f-74adaea6b0d4" providerId="ADAL" clId="{29F7B4FC-E2C3-4F9B-B601-0BCDC4E8AF3C}" dt="2026-04-09T02:53:08.388" v="3"/>
          <ac:spMkLst>
            <pc:docMk/>
            <pc:sldMk cId="236320203" sldId="405"/>
            <ac:spMk id="40" creationId="{1DB7C82F-AB7E-4F0C-B829-FA1B9C415180}"/>
          </ac:spMkLst>
        </pc:spChg>
        <pc:spChg chg="del">
          <ac:chgData name="Haydn RIGBY" userId="972463ba-6779-42f1-9e0f-74adaea6b0d4" providerId="ADAL" clId="{29F7B4FC-E2C3-4F9B-B601-0BCDC4E8AF3C}" dt="2026-04-09T02:53:08.388" v="3"/>
          <ac:spMkLst>
            <pc:docMk/>
            <pc:sldMk cId="236320203" sldId="405"/>
            <ac:spMk id="41" creationId="{F55FFF17-D3D5-4F58-BA56-54EA901CE038}"/>
          </ac:spMkLst>
        </pc:spChg>
      </pc:sldChg>
      <pc:sldChg chg="delSp modSp mod modClrScheme chgLayout">
        <pc:chgData name="Haydn RIGBY" userId="972463ba-6779-42f1-9e0f-74adaea6b0d4" providerId="ADAL" clId="{29F7B4FC-E2C3-4F9B-B601-0BCDC4E8AF3C}" dt="2026-04-09T04:53:37.863" v="4870" actId="14100"/>
        <pc:sldMkLst>
          <pc:docMk/>
          <pc:sldMk cId="395229875" sldId="406"/>
        </pc:sldMkLst>
        <pc:spChg chg="mod">
          <ac:chgData name="Haydn RIGBY" userId="972463ba-6779-42f1-9e0f-74adaea6b0d4" providerId="ADAL" clId="{29F7B4FC-E2C3-4F9B-B601-0BCDC4E8AF3C}" dt="2026-04-09T04:53:37.863" v="4870" actId="14100"/>
          <ac:spMkLst>
            <pc:docMk/>
            <pc:sldMk cId="395229875" sldId="406"/>
            <ac:spMk id="6" creationId="{00000000-0000-0000-0000-000000000000}"/>
          </ac:spMkLst>
        </pc:spChg>
        <pc:spChg chg="mod ord">
          <ac:chgData name="Haydn RIGBY" userId="972463ba-6779-42f1-9e0f-74adaea6b0d4" providerId="ADAL" clId="{29F7B4FC-E2C3-4F9B-B601-0BCDC4E8AF3C}" dt="2026-04-09T03:40:49.107" v="1271" actId="14100"/>
          <ac:spMkLst>
            <pc:docMk/>
            <pc:sldMk cId="395229875" sldId="406"/>
            <ac:spMk id="7" creationId="{00000000-0000-0000-0000-000000000000}"/>
          </ac:spMkLst>
        </pc:spChg>
        <pc:picChg chg="del">
          <ac:chgData name="Haydn RIGBY" userId="972463ba-6779-42f1-9e0f-74adaea6b0d4" providerId="ADAL" clId="{29F7B4FC-E2C3-4F9B-B601-0BCDC4E8AF3C}" dt="2026-04-09T03:40:31.865" v="1269" actId="21"/>
          <ac:picMkLst>
            <pc:docMk/>
            <pc:sldMk cId="395229875" sldId="406"/>
            <ac:picMk id="4098" creationId="{0D06EFF3-BD6F-2D32-E4A6-A724137A9E80}"/>
          </ac:picMkLst>
        </pc:picChg>
      </pc:sldChg>
      <pc:sldChg chg="modSp del mod">
        <pc:chgData name="Haydn RIGBY" userId="972463ba-6779-42f1-9e0f-74adaea6b0d4" providerId="ADAL" clId="{29F7B4FC-E2C3-4F9B-B601-0BCDC4E8AF3C}" dt="2026-04-09T03:10:46.385" v="336" actId="47"/>
        <pc:sldMkLst>
          <pc:docMk/>
          <pc:sldMk cId="3382400265" sldId="411"/>
        </pc:sldMkLst>
        <pc:spChg chg="mod">
          <ac:chgData name="Haydn RIGBY" userId="972463ba-6779-42f1-9e0f-74adaea6b0d4" providerId="ADAL" clId="{29F7B4FC-E2C3-4F9B-B601-0BCDC4E8AF3C}" dt="2026-04-09T03:09:27.854" v="328" actId="207"/>
          <ac:spMkLst>
            <pc:docMk/>
            <pc:sldMk cId="3382400265" sldId="411"/>
            <ac:spMk id="6" creationId="{00000000-0000-0000-0000-000000000000}"/>
          </ac:spMkLst>
        </pc:spChg>
        <pc:spChg chg="mod">
          <ac:chgData name="Haydn RIGBY" userId="972463ba-6779-42f1-9e0f-74adaea6b0d4" providerId="ADAL" clId="{29F7B4FC-E2C3-4F9B-B601-0BCDC4E8AF3C}" dt="2026-04-09T03:08:26.053" v="323" actId="27636"/>
          <ac:spMkLst>
            <pc:docMk/>
            <pc:sldMk cId="3382400265" sldId="411"/>
            <ac:spMk id="7" creationId="{00000000-0000-0000-0000-000000000000}"/>
          </ac:spMkLst>
        </pc:spChg>
      </pc:sldChg>
      <pc:sldChg chg="modSp mod modClrScheme chgLayout">
        <pc:chgData name="Haydn RIGBY" userId="972463ba-6779-42f1-9e0f-74adaea6b0d4" providerId="ADAL" clId="{29F7B4FC-E2C3-4F9B-B601-0BCDC4E8AF3C}" dt="2026-04-09T03:20:06.990" v="949" actId="255"/>
        <pc:sldMkLst>
          <pc:docMk/>
          <pc:sldMk cId="2324748561" sldId="412"/>
        </pc:sldMkLst>
        <pc:spChg chg="mod">
          <ac:chgData name="Haydn RIGBY" userId="972463ba-6779-42f1-9e0f-74adaea6b0d4" providerId="ADAL" clId="{29F7B4FC-E2C3-4F9B-B601-0BCDC4E8AF3C}" dt="2026-04-09T03:07:29.708" v="312" actId="27636"/>
          <ac:spMkLst>
            <pc:docMk/>
            <pc:sldMk cId="2324748561" sldId="412"/>
            <ac:spMk id="6" creationId="{00000000-0000-0000-0000-000000000000}"/>
          </ac:spMkLst>
        </pc:spChg>
        <pc:spChg chg="mod ord">
          <ac:chgData name="Haydn RIGBY" userId="972463ba-6779-42f1-9e0f-74adaea6b0d4" providerId="ADAL" clId="{29F7B4FC-E2C3-4F9B-B601-0BCDC4E8AF3C}" dt="2026-04-09T03:20:06.990" v="949" actId="255"/>
          <ac:spMkLst>
            <pc:docMk/>
            <pc:sldMk cId="2324748561" sldId="412"/>
            <ac:spMk id="7" creationId="{00000000-0000-0000-0000-000000000000}"/>
          </ac:spMkLst>
        </pc:spChg>
      </pc:sldChg>
      <pc:sldChg chg="addSp delSp modSp mod modClrScheme chgLayout">
        <pc:chgData name="Haydn RIGBY" userId="972463ba-6779-42f1-9e0f-74adaea6b0d4" providerId="ADAL" clId="{29F7B4FC-E2C3-4F9B-B601-0BCDC4E8AF3C}" dt="2026-04-09T04:54:33.917" v="4876" actId="14100"/>
        <pc:sldMkLst>
          <pc:docMk/>
          <pc:sldMk cId="17826724" sldId="415"/>
        </pc:sldMkLst>
        <pc:spChg chg="mod">
          <ac:chgData name="Haydn RIGBY" userId="972463ba-6779-42f1-9e0f-74adaea6b0d4" providerId="ADAL" clId="{29F7B4FC-E2C3-4F9B-B601-0BCDC4E8AF3C}" dt="2026-04-09T04:54:33.917" v="4876" actId="14100"/>
          <ac:spMkLst>
            <pc:docMk/>
            <pc:sldMk cId="17826724" sldId="415"/>
            <ac:spMk id="6" creationId="{00000000-0000-0000-0000-000000000000}"/>
          </ac:spMkLst>
        </pc:spChg>
        <pc:spChg chg="mod ord">
          <ac:chgData name="Haydn RIGBY" userId="972463ba-6779-42f1-9e0f-74adaea6b0d4" providerId="ADAL" clId="{29F7B4FC-E2C3-4F9B-B601-0BCDC4E8AF3C}" dt="2026-04-09T04:54:28.989" v="4875" actId="27636"/>
          <ac:spMkLst>
            <pc:docMk/>
            <pc:sldMk cId="17826724" sldId="415"/>
            <ac:spMk id="7" creationId="{00000000-0000-0000-0000-000000000000}"/>
          </ac:spMkLst>
        </pc:spChg>
        <pc:picChg chg="add mod">
          <ac:chgData name="Haydn RIGBY" userId="972463ba-6779-42f1-9e0f-74adaea6b0d4" providerId="ADAL" clId="{29F7B4FC-E2C3-4F9B-B601-0BCDC4E8AF3C}" dt="2026-04-09T04:10:20.510" v="2366" actId="14100"/>
          <ac:picMkLst>
            <pc:docMk/>
            <pc:sldMk cId="17826724" sldId="415"/>
            <ac:picMk id="2" creationId="{62DD9862-EA8E-CAC1-7008-713ADD58D0F0}"/>
          </ac:picMkLst>
        </pc:picChg>
        <pc:picChg chg="del">
          <ac:chgData name="Haydn RIGBY" userId="972463ba-6779-42f1-9e0f-74adaea6b0d4" providerId="ADAL" clId="{29F7B4FC-E2C3-4F9B-B601-0BCDC4E8AF3C}" dt="2026-04-09T04:09:53.485" v="2360" actId="21"/>
          <ac:picMkLst>
            <pc:docMk/>
            <pc:sldMk cId="17826724" sldId="415"/>
            <ac:picMk id="7170" creationId="{00E66EBE-0558-D82E-22FA-AB61D58B0D53}"/>
          </ac:picMkLst>
        </pc:picChg>
      </pc:sldChg>
      <pc:sldChg chg="addSp delSp modSp mod modClrScheme chgLayout">
        <pc:chgData name="Haydn RIGBY" userId="972463ba-6779-42f1-9e0f-74adaea6b0d4" providerId="ADAL" clId="{29F7B4FC-E2C3-4F9B-B601-0BCDC4E8AF3C}" dt="2026-04-09T04:55:15.118" v="4884" actId="255"/>
        <pc:sldMkLst>
          <pc:docMk/>
          <pc:sldMk cId="652435139" sldId="416"/>
        </pc:sldMkLst>
        <pc:spChg chg="mod ord">
          <ac:chgData name="Haydn RIGBY" userId="972463ba-6779-42f1-9e0f-74adaea6b0d4" providerId="ADAL" clId="{29F7B4FC-E2C3-4F9B-B601-0BCDC4E8AF3C}" dt="2026-04-09T04:54:40.986" v="4878" actId="27636"/>
          <ac:spMkLst>
            <pc:docMk/>
            <pc:sldMk cId="652435139" sldId="416"/>
            <ac:spMk id="6" creationId="{00000000-0000-0000-0000-000000000000}"/>
          </ac:spMkLst>
        </pc:spChg>
        <pc:spChg chg="mod ord">
          <ac:chgData name="Haydn RIGBY" userId="972463ba-6779-42f1-9e0f-74adaea6b0d4" providerId="ADAL" clId="{29F7B4FC-E2C3-4F9B-B601-0BCDC4E8AF3C}" dt="2026-04-09T04:55:15.118" v="4884" actId="255"/>
          <ac:spMkLst>
            <pc:docMk/>
            <pc:sldMk cId="652435139" sldId="416"/>
            <ac:spMk id="7" creationId="{00000000-0000-0000-0000-000000000000}"/>
          </ac:spMkLst>
        </pc:spChg>
        <pc:spChg chg="add del mod">
          <ac:chgData name="Haydn RIGBY" userId="972463ba-6779-42f1-9e0f-74adaea6b0d4" providerId="ADAL" clId="{29F7B4FC-E2C3-4F9B-B601-0BCDC4E8AF3C}" dt="2026-04-09T04:13:52.278" v="2431" actId="478"/>
          <ac:spMkLst>
            <pc:docMk/>
            <pc:sldMk cId="652435139" sldId="416"/>
            <ac:spMk id="8199" creationId="{BCA15388-5192-6EA2-73EE-E2B1DDD65F6F}"/>
          </ac:spMkLst>
        </pc:spChg>
        <pc:picChg chg="del mod">
          <ac:chgData name="Haydn RIGBY" userId="972463ba-6779-42f1-9e0f-74adaea6b0d4" providerId="ADAL" clId="{29F7B4FC-E2C3-4F9B-B601-0BCDC4E8AF3C}" dt="2026-04-09T04:13:54.818" v="2432" actId="478"/>
          <ac:picMkLst>
            <pc:docMk/>
            <pc:sldMk cId="652435139" sldId="416"/>
            <ac:picMk id="8194" creationId="{2BBB6A71-BFA4-747C-4EAD-E9A942D238E9}"/>
          </ac:picMkLst>
        </pc:picChg>
      </pc:sldChg>
      <pc:sldChg chg="modSp mod modClrScheme chgLayout">
        <pc:chgData name="Haydn RIGBY" userId="972463ba-6779-42f1-9e0f-74adaea6b0d4" providerId="ADAL" clId="{29F7B4FC-E2C3-4F9B-B601-0BCDC4E8AF3C}" dt="2026-04-09T04:55:36.349" v="4889" actId="27636"/>
        <pc:sldMkLst>
          <pc:docMk/>
          <pc:sldMk cId="1184801686" sldId="417"/>
        </pc:sldMkLst>
        <pc:spChg chg="mod">
          <ac:chgData name="Haydn RIGBY" userId="972463ba-6779-42f1-9e0f-74adaea6b0d4" providerId="ADAL" clId="{29F7B4FC-E2C3-4F9B-B601-0BCDC4E8AF3C}" dt="2026-04-09T04:55:30.250" v="4887" actId="27636"/>
          <ac:spMkLst>
            <pc:docMk/>
            <pc:sldMk cId="1184801686" sldId="417"/>
            <ac:spMk id="6" creationId="{00000000-0000-0000-0000-000000000000}"/>
          </ac:spMkLst>
        </pc:spChg>
        <pc:spChg chg="mod ord">
          <ac:chgData name="Haydn RIGBY" userId="972463ba-6779-42f1-9e0f-74adaea6b0d4" providerId="ADAL" clId="{29F7B4FC-E2C3-4F9B-B601-0BCDC4E8AF3C}" dt="2026-04-09T04:55:36.349" v="4889" actId="27636"/>
          <ac:spMkLst>
            <pc:docMk/>
            <pc:sldMk cId="1184801686" sldId="417"/>
            <ac:spMk id="7" creationId="{00000000-0000-0000-0000-000000000000}"/>
          </ac:spMkLst>
        </pc:spChg>
      </pc:sldChg>
      <pc:sldChg chg="modSp del mod modClrScheme chgLayout">
        <pc:chgData name="Haydn RIGBY" userId="972463ba-6779-42f1-9e0f-74adaea6b0d4" providerId="ADAL" clId="{29F7B4FC-E2C3-4F9B-B601-0BCDC4E8AF3C}" dt="2026-04-09T04:20:54.828" v="2690" actId="47"/>
        <pc:sldMkLst>
          <pc:docMk/>
          <pc:sldMk cId="3694704407" sldId="418"/>
        </pc:sldMkLst>
        <pc:spChg chg="mod">
          <ac:chgData name="Haydn RIGBY" userId="972463ba-6779-42f1-9e0f-74adaea6b0d4" providerId="ADAL" clId="{29F7B4FC-E2C3-4F9B-B601-0BCDC4E8AF3C}" dt="2026-04-09T04:20:17.124" v="2686" actId="26606"/>
          <ac:spMkLst>
            <pc:docMk/>
            <pc:sldMk cId="3694704407" sldId="418"/>
            <ac:spMk id="6" creationId="{00000000-0000-0000-0000-000000000000}"/>
          </ac:spMkLst>
        </pc:spChg>
        <pc:spChg chg="mod ord">
          <ac:chgData name="Haydn RIGBY" userId="972463ba-6779-42f1-9e0f-74adaea6b0d4" providerId="ADAL" clId="{29F7B4FC-E2C3-4F9B-B601-0BCDC4E8AF3C}" dt="2026-04-09T04:20:43.039" v="2689" actId="20577"/>
          <ac:spMkLst>
            <pc:docMk/>
            <pc:sldMk cId="3694704407" sldId="418"/>
            <ac:spMk id="7" creationId="{00000000-0000-0000-0000-000000000000}"/>
          </ac:spMkLst>
        </pc:spChg>
      </pc:sldChg>
      <pc:sldChg chg="modSp del">
        <pc:chgData name="Haydn RIGBY" userId="972463ba-6779-42f1-9e0f-74adaea6b0d4" providerId="ADAL" clId="{29F7B4FC-E2C3-4F9B-B601-0BCDC4E8AF3C}" dt="2026-04-09T03:33:38.135" v="1166" actId="47"/>
        <pc:sldMkLst>
          <pc:docMk/>
          <pc:sldMk cId="4193112610" sldId="419"/>
        </pc:sldMkLst>
        <pc:spChg chg="mod">
          <ac:chgData name="Haydn RIGBY" userId="972463ba-6779-42f1-9e0f-74adaea6b0d4" providerId="ADAL" clId="{29F7B4FC-E2C3-4F9B-B601-0BCDC4E8AF3C}" dt="2026-04-09T02:53:08.388" v="3"/>
          <ac:spMkLst>
            <pc:docMk/>
            <pc:sldMk cId="4193112610" sldId="419"/>
            <ac:spMk id="6" creationId="{00000000-0000-0000-0000-000000000000}"/>
          </ac:spMkLst>
        </pc:spChg>
      </pc:sldChg>
      <pc:sldChg chg="modSp del mod">
        <pc:chgData name="Haydn RIGBY" userId="972463ba-6779-42f1-9e0f-74adaea6b0d4" providerId="ADAL" clId="{29F7B4FC-E2C3-4F9B-B601-0BCDC4E8AF3C}" dt="2026-04-09T04:45:42.964" v="4770" actId="47"/>
        <pc:sldMkLst>
          <pc:docMk/>
          <pc:sldMk cId="3400278520" sldId="423"/>
        </pc:sldMkLst>
        <pc:spChg chg="mod">
          <ac:chgData name="Haydn RIGBY" userId="972463ba-6779-42f1-9e0f-74adaea6b0d4" providerId="ADAL" clId="{29F7B4FC-E2C3-4F9B-B601-0BCDC4E8AF3C}" dt="2026-04-09T04:22:50.366" v="2733" actId="20577"/>
          <ac:spMkLst>
            <pc:docMk/>
            <pc:sldMk cId="3400278520" sldId="423"/>
            <ac:spMk id="6" creationId="{00000000-0000-0000-0000-000000000000}"/>
          </ac:spMkLst>
        </pc:spChg>
        <pc:spChg chg="mod">
          <ac:chgData name="Haydn RIGBY" userId="972463ba-6779-42f1-9e0f-74adaea6b0d4" providerId="ADAL" clId="{29F7B4FC-E2C3-4F9B-B601-0BCDC4E8AF3C}" dt="2026-04-09T04:40:50.752" v="4477" actId="27636"/>
          <ac:spMkLst>
            <pc:docMk/>
            <pc:sldMk cId="3400278520" sldId="423"/>
            <ac:spMk id="7" creationId="{00000000-0000-0000-0000-000000000000}"/>
          </ac:spMkLst>
        </pc:spChg>
      </pc:sldChg>
      <pc:sldChg chg="del">
        <pc:chgData name="Haydn RIGBY" userId="972463ba-6779-42f1-9e0f-74adaea6b0d4" providerId="ADAL" clId="{29F7B4FC-E2C3-4F9B-B601-0BCDC4E8AF3C}" dt="2026-04-09T04:45:47.807" v="4771" actId="47"/>
        <pc:sldMkLst>
          <pc:docMk/>
          <pc:sldMk cId="1209755946" sldId="425"/>
        </pc:sldMkLst>
      </pc:sldChg>
      <pc:sldChg chg="addSp delSp modSp mod modClrScheme chgLayout">
        <pc:chgData name="Haydn RIGBY" userId="972463ba-6779-42f1-9e0f-74adaea6b0d4" providerId="ADAL" clId="{29F7B4FC-E2C3-4F9B-B601-0BCDC4E8AF3C}" dt="2026-04-09T03:04:26.315" v="265" actId="14100"/>
        <pc:sldMkLst>
          <pc:docMk/>
          <pc:sldMk cId="3151664897" sldId="426"/>
        </pc:sldMkLst>
        <pc:spChg chg="del">
          <ac:chgData name="Haydn RIGBY" userId="972463ba-6779-42f1-9e0f-74adaea6b0d4" providerId="ADAL" clId="{29F7B4FC-E2C3-4F9B-B601-0BCDC4E8AF3C}" dt="2026-04-09T03:01:17.700" v="229" actId="478"/>
          <ac:spMkLst>
            <pc:docMk/>
            <pc:sldMk cId="3151664897" sldId="426"/>
            <ac:spMk id="2" creationId="{DFBCA4AF-CD4A-D85B-7CB7-ECAC16B38D4A}"/>
          </ac:spMkLst>
        </pc:spChg>
        <pc:spChg chg="del">
          <ac:chgData name="Haydn RIGBY" userId="972463ba-6779-42f1-9e0f-74adaea6b0d4" providerId="ADAL" clId="{29F7B4FC-E2C3-4F9B-B601-0BCDC4E8AF3C}" dt="2026-04-09T03:01:05.814" v="224" actId="478"/>
          <ac:spMkLst>
            <pc:docMk/>
            <pc:sldMk cId="3151664897" sldId="426"/>
            <ac:spMk id="4" creationId="{A581DA8A-0A59-4129-B8EB-B0A99B3DF19D}"/>
          </ac:spMkLst>
        </pc:spChg>
        <pc:spChg chg="mod">
          <ac:chgData name="Haydn RIGBY" userId="972463ba-6779-42f1-9e0f-74adaea6b0d4" providerId="ADAL" clId="{29F7B4FC-E2C3-4F9B-B601-0BCDC4E8AF3C}" dt="2026-04-09T03:04:26.315" v="265" actId="14100"/>
          <ac:spMkLst>
            <pc:docMk/>
            <pc:sldMk cId="3151664897" sldId="426"/>
            <ac:spMk id="6" creationId="{00000000-0000-0000-0000-000000000000}"/>
          </ac:spMkLst>
        </pc:spChg>
        <pc:spChg chg="del mod">
          <ac:chgData name="Haydn RIGBY" userId="972463ba-6779-42f1-9e0f-74adaea6b0d4" providerId="ADAL" clId="{29F7B4FC-E2C3-4F9B-B601-0BCDC4E8AF3C}" dt="2026-04-09T03:03:56.262" v="262" actId="26606"/>
          <ac:spMkLst>
            <pc:docMk/>
            <pc:sldMk cId="3151664897" sldId="426"/>
            <ac:spMk id="7" creationId="{00000000-0000-0000-0000-000000000000}"/>
          </ac:spMkLst>
        </pc:spChg>
        <pc:spChg chg="del">
          <ac:chgData name="Haydn RIGBY" userId="972463ba-6779-42f1-9e0f-74adaea6b0d4" providerId="ADAL" clId="{29F7B4FC-E2C3-4F9B-B601-0BCDC4E8AF3C}" dt="2026-04-09T03:01:08.086" v="225" actId="478"/>
          <ac:spMkLst>
            <pc:docMk/>
            <pc:sldMk cId="3151664897" sldId="426"/>
            <ac:spMk id="8" creationId="{7BBCD956-5FB0-4137-9E66-260F510B11F9}"/>
          </ac:spMkLst>
        </pc:spChg>
        <pc:spChg chg="del">
          <ac:chgData name="Haydn RIGBY" userId="972463ba-6779-42f1-9e0f-74adaea6b0d4" providerId="ADAL" clId="{29F7B4FC-E2C3-4F9B-B601-0BCDC4E8AF3C}" dt="2026-04-09T03:01:10.536" v="226" actId="478"/>
          <ac:spMkLst>
            <pc:docMk/>
            <pc:sldMk cId="3151664897" sldId="426"/>
            <ac:spMk id="9" creationId="{FF4AD1C5-9A33-4776-B9A3-7F0D13C5D009}"/>
          </ac:spMkLst>
        </pc:spChg>
        <pc:spChg chg="del">
          <ac:chgData name="Haydn RIGBY" userId="972463ba-6779-42f1-9e0f-74adaea6b0d4" providerId="ADAL" clId="{29F7B4FC-E2C3-4F9B-B601-0BCDC4E8AF3C}" dt="2026-04-09T03:01:12.901" v="227" actId="478"/>
          <ac:spMkLst>
            <pc:docMk/>
            <pc:sldMk cId="3151664897" sldId="426"/>
            <ac:spMk id="10" creationId="{B4CD561B-62BA-46AB-9B24-449B009FDD52}"/>
          </ac:spMkLst>
        </pc:spChg>
        <pc:spChg chg="del">
          <ac:chgData name="Haydn RIGBY" userId="972463ba-6779-42f1-9e0f-74adaea6b0d4" providerId="ADAL" clId="{29F7B4FC-E2C3-4F9B-B601-0BCDC4E8AF3C}" dt="2026-04-09T03:01:15.380" v="228" actId="478"/>
          <ac:spMkLst>
            <pc:docMk/>
            <pc:sldMk cId="3151664897" sldId="426"/>
            <ac:spMk id="11" creationId="{B78E3C38-0B53-4546-8909-89C043EF974B}"/>
          </ac:spMkLst>
        </pc:spChg>
        <pc:graphicFrameChg chg="add mod">
          <ac:chgData name="Haydn RIGBY" userId="972463ba-6779-42f1-9e0f-74adaea6b0d4" providerId="ADAL" clId="{29F7B4FC-E2C3-4F9B-B601-0BCDC4E8AF3C}" dt="2026-04-09T03:03:56.262" v="262" actId="26606"/>
          <ac:graphicFrameMkLst>
            <pc:docMk/>
            <pc:sldMk cId="3151664897" sldId="426"/>
            <ac:graphicFrameMk id="12" creationId="{7004DA3A-1B89-B824-BD3D-1104D1D30916}"/>
          </ac:graphicFrameMkLst>
        </pc:graphicFrameChg>
      </pc:sldChg>
      <pc:sldChg chg="modSp mod modClrScheme chgLayout">
        <pc:chgData name="Haydn RIGBY" userId="972463ba-6779-42f1-9e0f-74adaea6b0d4" providerId="ADAL" clId="{29F7B4FC-E2C3-4F9B-B601-0BCDC4E8AF3C}" dt="2026-04-09T04:55:55.839" v="4891" actId="14100"/>
        <pc:sldMkLst>
          <pc:docMk/>
          <pc:sldMk cId="3156481756" sldId="427"/>
        </pc:sldMkLst>
        <pc:spChg chg="mod">
          <ac:chgData name="Haydn RIGBY" userId="972463ba-6779-42f1-9e0f-74adaea6b0d4" providerId="ADAL" clId="{29F7B4FC-E2C3-4F9B-B601-0BCDC4E8AF3C}" dt="2026-04-09T04:55:55.839" v="4891" actId="14100"/>
          <ac:spMkLst>
            <pc:docMk/>
            <pc:sldMk cId="3156481756" sldId="427"/>
            <ac:spMk id="6" creationId="{00000000-0000-0000-0000-000000000000}"/>
          </ac:spMkLst>
        </pc:spChg>
        <pc:spChg chg="mod ord">
          <ac:chgData name="Haydn RIGBY" userId="972463ba-6779-42f1-9e0f-74adaea6b0d4" providerId="ADAL" clId="{29F7B4FC-E2C3-4F9B-B601-0BCDC4E8AF3C}" dt="2026-04-09T04:20:02.804" v="2685" actId="27636"/>
          <ac:spMkLst>
            <pc:docMk/>
            <pc:sldMk cId="3156481756" sldId="427"/>
            <ac:spMk id="7" creationId="{00000000-0000-0000-0000-000000000000}"/>
          </ac:spMkLst>
        </pc:spChg>
      </pc:sldChg>
      <pc:sldChg chg="modSp add mod">
        <pc:chgData name="Haydn RIGBY" userId="972463ba-6779-42f1-9e0f-74adaea6b0d4" providerId="ADAL" clId="{29F7B4FC-E2C3-4F9B-B601-0BCDC4E8AF3C}" dt="2026-04-09T04:51:20.637" v="4839" actId="14100"/>
        <pc:sldMkLst>
          <pc:docMk/>
          <pc:sldMk cId="3892151141" sldId="428"/>
        </pc:sldMkLst>
        <pc:spChg chg="mod">
          <ac:chgData name="Haydn RIGBY" userId="972463ba-6779-42f1-9e0f-74adaea6b0d4" providerId="ADAL" clId="{29F7B4FC-E2C3-4F9B-B601-0BCDC4E8AF3C}" dt="2026-04-09T04:51:20.637" v="4839" actId="14100"/>
          <ac:spMkLst>
            <pc:docMk/>
            <pc:sldMk cId="3892151141" sldId="428"/>
            <ac:spMk id="6" creationId="{8BDDF667-BB56-075E-76C3-4F9725DAE09C}"/>
          </ac:spMkLst>
        </pc:spChg>
        <pc:spChg chg="mod">
          <ac:chgData name="Haydn RIGBY" userId="972463ba-6779-42f1-9e0f-74adaea6b0d4" providerId="ADAL" clId="{29F7B4FC-E2C3-4F9B-B601-0BCDC4E8AF3C}" dt="2026-04-09T03:14:38.837" v="783" actId="20577"/>
          <ac:spMkLst>
            <pc:docMk/>
            <pc:sldMk cId="3892151141" sldId="428"/>
            <ac:spMk id="7" creationId="{25A8DE42-325C-D4AD-71CF-2A9B8C812149}"/>
          </ac:spMkLst>
        </pc:spChg>
      </pc:sldChg>
      <pc:sldChg chg="modSp add mod">
        <pc:chgData name="Haydn RIGBY" userId="972463ba-6779-42f1-9e0f-74adaea6b0d4" providerId="ADAL" clId="{29F7B4FC-E2C3-4F9B-B601-0BCDC4E8AF3C}" dt="2026-04-09T04:51:30.790" v="4840" actId="255"/>
        <pc:sldMkLst>
          <pc:docMk/>
          <pc:sldMk cId="3213310416" sldId="429"/>
        </pc:sldMkLst>
        <pc:spChg chg="mod">
          <ac:chgData name="Haydn RIGBY" userId="972463ba-6779-42f1-9e0f-74adaea6b0d4" providerId="ADAL" clId="{29F7B4FC-E2C3-4F9B-B601-0BCDC4E8AF3C}" dt="2026-04-09T04:51:30.790" v="4840" actId="255"/>
          <ac:spMkLst>
            <pc:docMk/>
            <pc:sldMk cId="3213310416" sldId="429"/>
            <ac:spMk id="6" creationId="{CDB89A63-D0EC-4FD5-91BD-36877CF7B453}"/>
          </ac:spMkLst>
        </pc:spChg>
        <pc:spChg chg="mod">
          <ac:chgData name="Haydn RIGBY" userId="972463ba-6779-42f1-9e0f-74adaea6b0d4" providerId="ADAL" clId="{29F7B4FC-E2C3-4F9B-B601-0BCDC4E8AF3C}" dt="2026-04-09T03:29:03.328" v="1104" actId="20577"/>
          <ac:spMkLst>
            <pc:docMk/>
            <pc:sldMk cId="3213310416" sldId="429"/>
            <ac:spMk id="7" creationId="{9575C8E3-1FC4-B704-BC53-01A18A70CD0F}"/>
          </ac:spMkLst>
        </pc:spChg>
      </pc:sldChg>
      <pc:sldChg chg="modSp add mod">
        <pc:chgData name="Haydn RIGBY" userId="972463ba-6779-42f1-9e0f-74adaea6b0d4" providerId="ADAL" clId="{29F7B4FC-E2C3-4F9B-B601-0BCDC4E8AF3C}" dt="2026-04-09T04:51:52.295" v="4856" actId="20577"/>
        <pc:sldMkLst>
          <pc:docMk/>
          <pc:sldMk cId="1864278687" sldId="430"/>
        </pc:sldMkLst>
        <pc:spChg chg="mod">
          <ac:chgData name="Haydn RIGBY" userId="972463ba-6779-42f1-9e0f-74adaea6b0d4" providerId="ADAL" clId="{29F7B4FC-E2C3-4F9B-B601-0BCDC4E8AF3C}" dt="2026-04-09T04:51:52.295" v="4856" actId="20577"/>
          <ac:spMkLst>
            <pc:docMk/>
            <pc:sldMk cId="1864278687" sldId="430"/>
            <ac:spMk id="6" creationId="{DF9A3401-DD48-86A5-A63C-54A0375E6AD7}"/>
          </ac:spMkLst>
        </pc:spChg>
        <pc:spChg chg="mod">
          <ac:chgData name="Haydn RIGBY" userId="972463ba-6779-42f1-9e0f-74adaea6b0d4" providerId="ADAL" clId="{29F7B4FC-E2C3-4F9B-B601-0BCDC4E8AF3C}" dt="2026-04-09T03:24:04.209" v="975" actId="179"/>
          <ac:spMkLst>
            <pc:docMk/>
            <pc:sldMk cId="1864278687" sldId="430"/>
            <ac:spMk id="7" creationId="{45D4349D-5814-F80C-EC39-F52EA1320C5F}"/>
          </ac:spMkLst>
        </pc:spChg>
      </pc:sldChg>
      <pc:sldChg chg="modSp add mod">
        <pc:chgData name="Haydn RIGBY" userId="972463ba-6779-42f1-9e0f-74adaea6b0d4" providerId="ADAL" clId="{29F7B4FC-E2C3-4F9B-B601-0BCDC4E8AF3C}" dt="2026-04-09T04:52:45.107" v="4864" actId="115"/>
        <pc:sldMkLst>
          <pc:docMk/>
          <pc:sldMk cId="251422206" sldId="431"/>
        </pc:sldMkLst>
        <pc:spChg chg="mod">
          <ac:chgData name="Haydn RIGBY" userId="972463ba-6779-42f1-9e0f-74adaea6b0d4" providerId="ADAL" clId="{29F7B4FC-E2C3-4F9B-B601-0BCDC4E8AF3C}" dt="2026-04-09T04:52:45.107" v="4864" actId="115"/>
          <ac:spMkLst>
            <pc:docMk/>
            <pc:sldMk cId="251422206" sldId="431"/>
            <ac:spMk id="6" creationId="{E3EA78DE-6045-B807-9046-CC5885439BAA}"/>
          </ac:spMkLst>
        </pc:spChg>
        <pc:spChg chg="mod">
          <ac:chgData name="Haydn RIGBY" userId="972463ba-6779-42f1-9e0f-74adaea6b0d4" providerId="ADAL" clId="{29F7B4FC-E2C3-4F9B-B601-0BCDC4E8AF3C}" dt="2026-04-09T04:52:35.928" v="4863" actId="27636"/>
          <ac:spMkLst>
            <pc:docMk/>
            <pc:sldMk cId="251422206" sldId="431"/>
            <ac:spMk id="7" creationId="{11D71395-8AC6-F44A-D8D4-C099A3721A3C}"/>
          </ac:spMkLst>
        </pc:spChg>
      </pc:sldChg>
      <pc:sldChg chg="modSp add mod">
        <pc:chgData name="Haydn RIGBY" userId="972463ba-6779-42f1-9e0f-74adaea6b0d4" providerId="ADAL" clId="{29F7B4FC-E2C3-4F9B-B601-0BCDC4E8AF3C}" dt="2026-04-09T04:54:10.066" v="4871" actId="14100"/>
        <pc:sldMkLst>
          <pc:docMk/>
          <pc:sldMk cId="332067450" sldId="432"/>
        </pc:sldMkLst>
        <pc:spChg chg="mod">
          <ac:chgData name="Haydn RIGBY" userId="972463ba-6779-42f1-9e0f-74adaea6b0d4" providerId="ADAL" clId="{29F7B4FC-E2C3-4F9B-B601-0BCDC4E8AF3C}" dt="2026-04-09T04:54:10.066" v="4871" actId="14100"/>
          <ac:spMkLst>
            <pc:docMk/>
            <pc:sldMk cId="332067450" sldId="432"/>
            <ac:spMk id="6" creationId="{00000000-0000-0000-0000-000000000000}"/>
          </ac:spMkLst>
        </pc:spChg>
      </pc:sldChg>
      <pc:sldChg chg="addSp delSp modSp add del mod">
        <pc:chgData name="Haydn RIGBY" userId="972463ba-6779-42f1-9e0f-74adaea6b0d4" providerId="ADAL" clId="{29F7B4FC-E2C3-4F9B-B601-0BCDC4E8AF3C}" dt="2026-04-09T03:38:37.639" v="1261" actId="47"/>
        <pc:sldMkLst>
          <pc:docMk/>
          <pc:sldMk cId="1706446457" sldId="432"/>
        </pc:sldMkLst>
        <pc:spChg chg="add del mod">
          <ac:chgData name="Haydn RIGBY" userId="972463ba-6779-42f1-9e0f-74adaea6b0d4" providerId="ADAL" clId="{29F7B4FC-E2C3-4F9B-B601-0BCDC4E8AF3C}" dt="2026-04-09T03:37:57.698" v="1257" actId="478"/>
          <ac:spMkLst>
            <pc:docMk/>
            <pc:sldMk cId="1706446457" sldId="432"/>
            <ac:spMk id="3" creationId="{31A0AA19-B32F-1670-D8EF-E6C9E00340F9}"/>
          </ac:spMkLst>
        </pc:spChg>
        <pc:graphicFrameChg chg="add mod">
          <ac:chgData name="Haydn RIGBY" userId="972463ba-6779-42f1-9e0f-74adaea6b0d4" providerId="ADAL" clId="{29F7B4FC-E2C3-4F9B-B601-0BCDC4E8AF3C}" dt="2026-04-09T03:37:40.591" v="1254"/>
          <ac:graphicFrameMkLst>
            <pc:docMk/>
            <pc:sldMk cId="1706446457" sldId="432"/>
            <ac:graphicFrameMk id="4" creationId="{23EC7415-455B-39B1-BEC0-2EFA35E19407}"/>
          </ac:graphicFrameMkLst>
        </pc:graphicFrameChg>
        <pc:graphicFrameChg chg="add mod">
          <ac:chgData name="Haydn RIGBY" userId="972463ba-6779-42f1-9e0f-74adaea6b0d4" providerId="ADAL" clId="{29F7B4FC-E2C3-4F9B-B601-0BCDC4E8AF3C}" dt="2026-04-09T03:38:10.920" v="1260" actId="14100"/>
          <ac:graphicFrameMkLst>
            <pc:docMk/>
            <pc:sldMk cId="1706446457" sldId="432"/>
            <ac:graphicFrameMk id="5" creationId="{A8C3157A-D1AC-2BD8-3331-DF3194EE8379}"/>
          </ac:graphicFrameMkLst>
        </pc:graphicFrameChg>
        <pc:graphicFrameChg chg="del">
          <ac:chgData name="Haydn RIGBY" userId="972463ba-6779-42f1-9e0f-74adaea6b0d4" providerId="ADAL" clId="{29F7B4FC-E2C3-4F9B-B601-0BCDC4E8AF3C}" dt="2026-04-09T03:37:38.648" v="1253" actId="478"/>
          <ac:graphicFrameMkLst>
            <pc:docMk/>
            <pc:sldMk cId="1706446457" sldId="432"/>
            <ac:graphicFrameMk id="9" creationId="{1E426F89-0B17-D895-A1EA-7F20CBCA18E4}"/>
          </ac:graphicFrameMkLst>
        </pc:graphicFrameChg>
      </pc:sldChg>
      <pc:sldChg chg="addSp delSp modSp add mod">
        <pc:chgData name="Haydn RIGBY" userId="972463ba-6779-42f1-9e0f-74adaea6b0d4" providerId="ADAL" clId="{29F7B4FC-E2C3-4F9B-B601-0BCDC4E8AF3C}" dt="2026-04-09T04:05:51.104" v="2346" actId="14100"/>
        <pc:sldMkLst>
          <pc:docMk/>
          <pc:sldMk cId="3049996094" sldId="433"/>
        </pc:sldMkLst>
        <pc:spChg chg="mod">
          <ac:chgData name="Haydn RIGBY" userId="972463ba-6779-42f1-9e0f-74adaea6b0d4" providerId="ADAL" clId="{29F7B4FC-E2C3-4F9B-B601-0BCDC4E8AF3C}" dt="2026-04-09T04:03:42.861" v="2337" actId="27636"/>
          <ac:spMkLst>
            <pc:docMk/>
            <pc:sldMk cId="3049996094" sldId="433"/>
            <ac:spMk id="7" creationId="{21E5EA20-E6EF-471F-8344-AD6F3E6319B4}"/>
          </ac:spMkLst>
        </pc:spChg>
        <pc:picChg chg="del">
          <ac:chgData name="Haydn RIGBY" userId="972463ba-6779-42f1-9e0f-74adaea6b0d4" providerId="ADAL" clId="{29F7B4FC-E2C3-4F9B-B601-0BCDC4E8AF3C}" dt="2026-04-09T04:04:50.770" v="2342" actId="478"/>
          <ac:picMkLst>
            <pc:docMk/>
            <pc:sldMk cId="3049996094" sldId="433"/>
            <ac:picMk id="2" creationId="{11CC0343-6748-6A49-7F27-3FE6093C2954}"/>
          </ac:picMkLst>
        </pc:picChg>
        <pc:picChg chg="add mod">
          <ac:chgData name="Haydn RIGBY" userId="972463ba-6779-42f1-9e0f-74adaea6b0d4" providerId="ADAL" clId="{29F7B4FC-E2C3-4F9B-B601-0BCDC4E8AF3C}" dt="2026-04-09T04:05:51.104" v="2346" actId="14100"/>
          <ac:picMkLst>
            <pc:docMk/>
            <pc:sldMk cId="3049996094" sldId="433"/>
            <ac:picMk id="1026" creationId="{4576FCDE-E91B-0EA7-E327-59D6A8A46392}"/>
          </ac:picMkLst>
        </pc:picChg>
      </pc:sldChg>
      <pc:sldChg chg="delSp modSp add mod">
        <pc:chgData name="Haydn RIGBY" userId="972463ba-6779-42f1-9e0f-74adaea6b0d4" providerId="ADAL" clId="{29F7B4FC-E2C3-4F9B-B601-0BCDC4E8AF3C}" dt="2026-04-09T04:09:05.517" v="2357" actId="27636"/>
        <pc:sldMkLst>
          <pc:docMk/>
          <pc:sldMk cId="2195935258" sldId="434"/>
        </pc:sldMkLst>
        <pc:spChg chg="mod">
          <ac:chgData name="Haydn RIGBY" userId="972463ba-6779-42f1-9e0f-74adaea6b0d4" providerId="ADAL" clId="{29F7B4FC-E2C3-4F9B-B601-0BCDC4E8AF3C}" dt="2026-04-09T04:09:05.517" v="2357" actId="27636"/>
          <ac:spMkLst>
            <pc:docMk/>
            <pc:sldMk cId="2195935258" sldId="434"/>
            <ac:spMk id="7" creationId="{C2F4B475-5F8D-37D0-C26F-8D48E06B3CF1}"/>
          </ac:spMkLst>
        </pc:spChg>
        <pc:picChg chg="del">
          <ac:chgData name="Haydn RIGBY" userId="972463ba-6779-42f1-9e0f-74adaea6b0d4" providerId="ADAL" clId="{29F7B4FC-E2C3-4F9B-B601-0BCDC4E8AF3C}" dt="2026-04-09T04:07:14.903" v="2354" actId="478"/>
          <ac:picMkLst>
            <pc:docMk/>
            <pc:sldMk cId="2195935258" sldId="434"/>
            <ac:picMk id="1026" creationId="{8BCF383B-8226-479C-C627-8CEE1CEEC755}"/>
          </ac:picMkLst>
        </pc:picChg>
      </pc:sldChg>
      <pc:sldChg chg="modSp add mod">
        <pc:chgData name="Haydn RIGBY" userId="972463ba-6779-42f1-9e0f-74adaea6b0d4" providerId="ADAL" clId="{29F7B4FC-E2C3-4F9B-B601-0BCDC4E8AF3C}" dt="2026-04-09T04:36:10.727" v="4328" actId="123"/>
        <pc:sldMkLst>
          <pc:docMk/>
          <pc:sldMk cId="3399805390" sldId="435"/>
        </pc:sldMkLst>
        <pc:spChg chg="mod">
          <ac:chgData name="Haydn RIGBY" userId="972463ba-6779-42f1-9e0f-74adaea6b0d4" providerId="ADAL" clId="{29F7B4FC-E2C3-4F9B-B601-0BCDC4E8AF3C}" dt="2026-04-09T04:24:02.351" v="2737" actId="14100"/>
          <ac:spMkLst>
            <pc:docMk/>
            <pc:sldMk cId="3399805390" sldId="435"/>
            <ac:spMk id="6" creationId="{02157BE9-D143-3CF2-521D-C81A800E166C}"/>
          </ac:spMkLst>
        </pc:spChg>
        <pc:spChg chg="mod">
          <ac:chgData name="Haydn RIGBY" userId="972463ba-6779-42f1-9e0f-74adaea6b0d4" providerId="ADAL" clId="{29F7B4FC-E2C3-4F9B-B601-0BCDC4E8AF3C}" dt="2026-04-09T04:36:10.727" v="4328" actId="123"/>
          <ac:spMkLst>
            <pc:docMk/>
            <pc:sldMk cId="3399805390" sldId="435"/>
            <ac:spMk id="7" creationId="{03EF74B9-6482-7585-CF84-032C8163066E}"/>
          </ac:spMkLst>
        </pc:spChg>
      </pc:sldChg>
      <pc:sldChg chg="modSp add mod">
        <pc:chgData name="Haydn RIGBY" userId="972463ba-6779-42f1-9e0f-74adaea6b0d4" providerId="ADAL" clId="{29F7B4FC-E2C3-4F9B-B601-0BCDC4E8AF3C}" dt="2026-04-09T04:44:42.785" v="4755" actId="20577"/>
        <pc:sldMkLst>
          <pc:docMk/>
          <pc:sldMk cId="905719466" sldId="436"/>
        </pc:sldMkLst>
        <pc:spChg chg="mod">
          <ac:chgData name="Haydn RIGBY" userId="972463ba-6779-42f1-9e0f-74adaea6b0d4" providerId="ADAL" clId="{29F7B4FC-E2C3-4F9B-B601-0BCDC4E8AF3C}" dt="2026-04-09T04:44:42.785" v="4755" actId="20577"/>
          <ac:spMkLst>
            <pc:docMk/>
            <pc:sldMk cId="905719466" sldId="436"/>
            <ac:spMk id="7" creationId="{64651255-D7D7-09E2-C1EA-0CF79921212F}"/>
          </ac:spMkLst>
        </pc:spChg>
      </pc:sldChg>
      <pc:sldChg chg="modSp add mod">
        <pc:chgData name="Haydn RIGBY" userId="972463ba-6779-42f1-9e0f-74adaea6b0d4" providerId="ADAL" clId="{29F7B4FC-E2C3-4F9B-B601-0BCDC4E8AF3C}" dt="2026-04-09T04:45:21.734" v="4769" actId="20577"/>
        <pc:sldMkLst>
          <pc:docMk/>
          <pc:sldMk cId="2748699405" sldId="437"/>
        </pc:sldMkLst>
        <pc:spChg chg="mod">
          <ac:chgData name="Haydn RIGBY" userId="972463ba-6779-42f1-9e0f-74adaea6b0d4" providerId="ADAL" clId="{29F7B4FC-E2C3-4F9B-B601-0BCDC4E8AF3C}" dt="2026-04-09T04:45:21.734" v="4769" actId="20577"/>
          <ac:spMkLst>
            <pc:docMk/>
            <pc:sldMk cId="2748699405" sldId="437"/>
            <ac:spMk id="7" creationId="{ED336A50-5B72-E2AC-AA2B-5D8F1A43ECBD}"/>
          </ac:spMkLst>
        </pc:spChg>
      </pc:sldChg>
      <pc:sldChg chg="delSp modSp add mod">
        <pc:chgData name="Haydn RIGBY" userId="972463ba-6779-42f1-9e0f-74adaea6b0d4" providerId="ADAL" clId="{29F7B4FC-E2C3-4F9B-B601-0BCDC4E8AF3C}" dt="2026-04-09T08:57:53.956" v="4893" actId="20577"/>
        <pc:sldMkLst>
          <pc:docMk/>
          <pc:sldMk cId="1851184603" sldId="438"/>
        </pc:sldMkLst>
        <pc:spChg chg="del mod">
          <ac:chgData name="Haydn RIGBY" userId="972463ba-6779-42f1-9e0f-74adaea6b0d4" providerId="ADAL" clId="{29F7B4FC-E2C3-4F9B-B601-0BCDC4E8AF3C}" dt="2026-04-09T04:48:38.349" v="4806" actId="478"/>
          <ac:spMkLst>
            <pc:docMk/>
            <pc:sldMk cId="1851184603" sldId="438"/>
            <ac:spMk id="6" creationId="{EC4B589C-9E18-4810-9B78-BB202BA4FEE8}"/>
          </ac:spMkLst>
        </pc:spChg>
        <pc:spChg chg="mod">
          <ac:chgData name="Haydn RIGBY" userId="972463ba-6779-42f1-9e0f-74adaea6b0d4" providerId="ADAL" clId="{29F7B4FC-E2C3-4F9B-B601-0BCDC4E8AF3C}" dt="2026-04-09T08:57:53.956" v="4893" actId="20577"/>
          <ac:spMkLst>
            <pc:docMk/>
            <pc:sldMk cId="1851184603" sldId="438"/>
            <ac:spMk id="7" creationId="{7701E034-C59F-5B08-BECF-5625838638F2}"/>
          </ac:spMkLst>
        </pc:spChg>
        <pc:picChg chg="mod">
          <ac:chgData name="Haydn RIGBY" userId="972463ba-6779-42f1-9e0f-74adaea6b0d4" providerId="ADAL" clId="{29F7B4FC-E2C3-4F9B-B601-0BCDC4E8AF3C}" dt="2026-04-09T04:50:04.516" v="4826" actId="14100"/>
          <ac:picMkLst>
            <pc:docMk/>
            <pc:sldMk cId="1851184603" sldId="438"/>
            <ac:picMk id="2" creationId="{6BC47DD1-940F-7AEC-FD2D-9C476DF35194}"/>
          </ac:picMkLst>
        </pc:picChg>
      </pc:sldChg>
      <pc:sldMasterChg chg="addSp delSldLayout">
        <pc:chgData name="Haydn RIGBY" userId="972463ba-6779-42f1-9e0f-74adaea6b0d4" providerId="ADAL" clId="{29F7B4FC-E2C3-4F9B-B601-0BCDC4E8AF3C}" dt="2026-04-09T04:49:33.099" v="4822" actId="47"/>
        <pc:sldMasterMkLst>
          <pc:docMk/>
          <pc:sldMasterMk cId="4135233435" sldId="2147483676"/>
        </pc:sldMasterMkLst>
        <pc:spChg chg="add">
          <ac:chgData name="Haydn RIGBY" userId="972463ba-6779-42f1-9e0f-74adaea6b0d4" providerId="ADAL" clId="{29F7B4FC-E2C3-4F9B-B601-0BCDC4E8AF3C}" dt="2026-04-09T02:53:08.388" v="3"/>
          <ac:spMkLst>
            <pc:docMk/>
            <pc:sldMasterMk cId="4135233435" sldId="2147483676"/>
            <ac:spMk id="5" creationId="{CAE12FB3-7E09-655B-10A7-D65079C6EEC2}"/>
          </ac:spMkLst>
        </pc:spChg>
        <pc:sldLayoutChg chg="del">
          <pc:chgData name="Haydn RIGBY" userId="972463ba-6779-42f1-9e0f-74adaea6b0d4" providerId="ADAL" clId="{29F7B4FC-E2C3-4F9B-B601-0BCDC4E8AF3C}" dt="2026-04-09T04:49:33.099" v="4822" actId="47"/>
          <pc:sldLayoutMkLst>
            <pc:docMk/>
            <pc:sldMasterMk cId="4135233435" sldId="2147483676"/>
            <pc:sldLayoutMk cId="2678234890" sldId="2147483701"/>
          </pc:sldLayoutMkLst>
        </pc:sldLayoutChg>
        <pc:sldLayoutChg chg="del">
          <pc:chgData name="Haydn RIGBY" userId="972463ba-6779-42f1-9e0f-74adaea6b0d4" providerId="ADAL" clId="{29F7B4FC-E2C3-4F9B-B601-0BCDC4E8AF3C}" dt="2026-04-09T04:45:47.807" v="4771" actId="47"/>
          <pc:sldLayoutMkLst>
            <pc:docMk/>
            <pc:sldMasterMk cId="4135233435" sldId="2147483676"/>
            <pc:sldLayoutMk cId="924469316" sldId="2147483702"/>
          </pc:sldLayoutMkLst>
        </pc:sldLayoutChg>
      </pc:sldMaster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466EC4-2B55-44AE-A46E-087E709CC26A}"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4D42BDCE-137F-4DFD-8B96-A2EEC30F2246}">
      <dgm:prSet/>
      <dgm:spPr/>
      <dgm:t>
        <a:bodyPr/>
        <a:lstStyle/>
        <a:p>
          <a:r>
            <a:rPr lang="en-US"/>
            <a:t>By the end of this lecture, you should be able to:</a:t>
          </a:r>
          <a:br>
            <a:rPr lang="en-US"/>
          </a:br>
          <a:endParaRPr lang="en-US"/>
        </a:p>
      </dgm:t>
    </dgm:pt>
    <dgm:pt modelId="{93AE7E2F-8927-470F-BB64-6521C1070D3D}" type="parTrans" cxnId="{DD86CC44-543F-407B-BE74-650036A14CDF}">
      <dgm:prSet/>
      <dgm:spPr/>
      <dgm:t>
        <a:bodyPr/>
        <a:lstStyle/>
        <a:p>
          <a:endParaRPr lang="en-US"/>
        </a:p>
      </dgm:t>
    </dgm:pt>
    <dgm:pt modelId="{3E526B9D-584B-49F9-B31B-0A7823AB00AD}" type="sibTrans" cxnId="{DD86CC44-543F-407B-BE74-650036A14CDF}">
      <dgm:prSet/>
      <dgm:spPr/>
      <dgm:t>
        <a:bodyPr/>
        <a:lstStyle/>
        <a:p>
          <a:endParaRPr lang="en-US"/>
        </a:p>
      </dgm:t>
    </dgm:pt>
    <dgm:pt modelId="{AF661E9E-2F6C-4B46-8A62-EFFD6B4E0EB5}">
      <dgm:prSet/>
      <dgm:spPr/>
      <dgm:t>
        <a:bodyPr/>
        <a:lstStyle/>
        <a:p>
          <a:r>
            <a:rPr lang="en-US"/>
            <a:t>Define ultra vires (UV)</a:t>
          </a:r>
        </a:p>
      </dgm:t>
    </dgm:pt>
    <dgm:pt modelId="{6AAFC14A-55B1-4631-8D3C-3EDA2EEF9362}" type="parTrans" cxnId="{21C2B670-57E4-4CB6-8DC7-212F0FB4AEC7}">
      <dgm:prSet/>
      <dgm:spPr/>
      <dgm:t>
        <a:bodyPr/>
        <a:lstStyle/>
        <a:p>
          <a:endParaRPr lang="en-US"/>
        </a:p>
      </dgm:t>
    </dgm:pt>
    <dgm:pt modelId="{5D3688C3-24B4-4B10-995A-FCDE115AAC03}" type="sibTrans" cxnId="{21C2B670-57E4-4CB6-8DC7-212F0FB4AEC7}">
      <dgm:prSet/>
      <dgm:spPr/>
      <dgm:t>
        <a:bodyPr/>
        <a:lstStyle/>
        <a:p>
          <a:endParaRPr lang="en-US"/>
        </a:p>
      </dgm:t>
    </dgm:pt>
    <dgm:pt modelId="{8693ABED-FE98-4E75-84B5-FACCDFDE5A47}">
      <dgm:prSet/>
      <dgm:spPr/>
      <dgm:t>
        <a:bodyPr/>
        <a:lstStyle/>
        <a:p>
          <a:r>
            <a:rPr lang="en-US"/>
            <a:t>Distinguish between </a:t>
          </a:r>
          <a:r>
            <a:rPr lang="en-US" i="1"/>
            <a:t>simple/narrow</a:t>
          </a:r>
          <a:r>
            <a:rPr lang="en-US"/>
            <a:t> UV and </a:t>
          </a:r>
          <a:r>
            <a:rPr lang="en-US" i="1"/>
            <a:t>broad</a:t>
          </a:r>
          <a:r>
            <a:rPr lang="en-US"/>
            <a:t> UV</a:t>
          </a:r>
        </a:p>
      </dgm:t>
    </dgm:pt>
    <dgm:pt modelId="{1743A206-D28F-4A19-A9C1-EF605E26B774}" type="parTrans" cxnId="{BADF155D-A86E-4D7E-8FC6-F524ED015F5F}">
      <dgm:prSet/>
      <dgm:spPr/>
      <dgm:t>
        <a:bodyPr/>
        <a:lstStyle/>
        <a:p>
          <a:endParaRPr lang="en-US"/>
        </a:p>
      </dgm:t>
    </dgm:pt>
    <dgm:pt modelId="{5EE60365-1901-4EE0-BC57-3EE149C20909}" type="sibTrans" cxnId="{BADF155D-A86E-4D7E-8FC6-F524ED015F5F}">
      <dgm:prSet/>
      <dgm:spPr/>
      <dgm:t>
        <a:bodyPr/>
        <a:lstStyle/>
        <a:p>
          <a:endParaRPr lang="en-US"/>
        </a:p>
      </dgm:t>
    </dgm:pt>
    <dgm:pt modelId="{73AE250C-55DA-4142-8AA2-BC419908F7A9}">
      <dgm:prSet/>
      <dgm:spPr/>
      <dgm:t>
        <a:bodyPr/>
        <a:lstStyle/>
        <a:p>
          <a:r>
            <a:rPr lang="en-US" dirty="0"/>
            <a:t>Understand the steps to be taken when determining that a decision is UV</a:t>
          </a:r>
        </a:p>
      </dgm:t>
    </dgm:pt>
    <dgm:pt modelId="{9CDE0D25-AF7A-405C-9C67-57A469F70C41}" type="parTrans" cxnId="{E998D4DC-6B31-4B84-8364-9DFF2E261E76}">
      <dgm:prSet/>
      <dgm:spPr/>
      <dgm:t>
        <a:bodyPr/>
        <a:lstStyle/>
        <a:p>
          <a:endParaRPr lang="en-US"/>
        </a:p>
      </dgm:t>
    </dgm:pt>
    <dgm:pt modelId="{6F825B72-5D70-4E4D-B991-9495D4E3ED08}" type="sibTrans" cxnId="{E998D4DC-6B31-4B84-8364-9DFF2E261E76}">
      <dgm:prSet/>
      <dgm:spPr/>
      <dgm:t>
        <a:bodyPr/>
        <a:lstStyle/>
        <a:p>
          <a:endParaRPr lang="en-US"/>
        </a:p>
      </dgm:t>
    </dgm:pt>
    <dgm:pt modelId="{46CAB893-3F54-41EC-9818-121356EDB256}">
      <dgm:prSet/>
      <dgm:spPr/>
      <dgm:t>
        <a:bodyPr/>
        <a:lstStyle/>
        <a:p>
          <a:r>
            <a:rPr lang="en-US" dirty="0"/>
            <a:t>Distinguish between </a:t>
          </a:r>
          <a:r>
            <a:rPr lang="en-US" i="1" dirty="0"/>
            <a:t>substantive</a:t>
          </a:r>
          <a:r>
            <a:rPr lang="en-US" dirty="0"/>
            <a:t> and </a:t>
          </a:r>
          <a:r>
            <a:rPr lang="en-US" i="1" dirty="0"/>
            <a:t>procedural</a:t>
          </a:r>
          <a:r>
            <a:rPr lang="en-US" dirty="0"/>
            <a:t> simple/narrow ultra vires</a:t>
          </a:r>
        </a:p>
      </dgm:t>
    </dgm:pt>
    <dgm:pt modelId="{ABC0990C-9AF5-4695-88F2-EB60F3AD02A3}" type="parTrans" cxnId="{09CB5CFF-0177-4539-A2B4-A54AA126A6C6}">
      <dgm:prSet/>
      <dgm:spPr/>
      <dgm:t>
        <a:bodyPr/>
        <a:lstStyle/>
        <a:p>
          <a:endParaRPr lang="en-US"/>
        </a:p>
      </dgm:t>
    </dgm:pt>
    <dgm:pt modelId="{5864A503-8941-4D7B-ABFD-0B06D3DD4224}" type="sibTrans" cxnId="{09CB5CFF-0177-4539-A2B4-A54AA126A6C6}">
      <dgm:prSet/>
      <dgm:spPr/>
      <dgm:t>
        <a:bodyPr/>
        <a:lstStyle/>
        <a:p>
          <a:endParaRPr lang="en-US"/>
        </a:p>
      </dgm:t>
    </dgm:pt>
    <dgm:pt modelId="{245BD3BB-80E6-47B3-AD5E-F0F966123E77}">
      <dgm:prSet/>
      <dgm:spPr/>
      <dgm:t>
        <a:bodyPr/>
        <a:lstStyle/>
        <a:p>
          <a:r>
            <a:rPr lang="en-US" dirty="0"/>
            <a:t>Know some relevant cases relating to substantive and procedural simple/narrow UV that relate to both legislative decisions (delegated legislation) and administrative decisions</a:t>
          </a:r>
        </a:p>
      </dgm:t>
    </dgm:pt>
    <dgm:pt modelId="{0878279B-087F-4DF2-9576-AACB44B2066F}" type="parTrans" cxnId="{AE07D645-E077-4C5E-AA70-738BD223C4E1}">
      <dgm:prSet/>
      <dgm:spPr/>
      <dgm:t>
        <a:bodyPr/>
        <a:lstStyle/>
        <a:p>
          <a:endParaRPr lang="en-US"/>
        </a:p>
      </dgm:t>
    </dgm:pt>
    <dgm:pt modelId="{CF87D90A-9ED6-4C8D-964A-7A00D8D79278}" type="sibTrans" cxnId="{AE07D645-E077-4C5E-AA70-738BD223C4E1}">
      <dgm:prSet/>
      <dgm:spPr/>
      <dgm:t>
        <a:bodyPr/>
        <a:lstStyle/>
        <a:p>
          <a:endParaRPr lang="en-US"/>
        </a:p>
      </dgm:t>
    </dgm:pt>
    <dgm:pt modelId="{F3D14885-CE85-4C41-9767-45028E6CA5B6}" type="pres">
      <dgm:prSet presAssocID="{3C466EC4-2B55-44AE-A46E-087E709CC26A}" presName="Name0" presStyleCnt="0">
        <dgm:presLayoutVars>
          <dgm:dir/>
          <dgm:resizeHandles val="exact"/>
        </dgm:presLayoutVars>
      </dgm:prSet>
      <dgm:spPr/>
    </dgm:pt>
    <dgm:pt modelId="{94A1002C-7A17-46F9-A43B-2D494B55E805}" type="pres">
      <dgm:prSet presAssocID="{4D42BDCE-137F-4DFD-8B96-A2EEC30F2246}" presName="node" presStyleLbl="node1" presStyleIdx="0" presStyleCnt="1" custLinFactNeighborX="-22419" custLinFactNeighborY="-16">
        <dgm:presLayoutVars>
          <dgm:bulletEnabled val="1"/>
        </dgm:presLayoutVars>
      </dgm:prSet>
      <dgm:spPr/>
    </dgm:pt>
  </dgm:ptLst>
  <dgm:cxnLst>
    <dgm:cxn modelId="{89583D02-8AD4-491B-AADA-600DBF3FAE5D}" type="presOf" srcId="{AF661E9E-2F6C-4B46-8A62-EFFD6B4E0EB5}" destId="{94A1002C-7A17-46F9-A43B-2D494B55E805}" srcOrd="0" destOrd="1" presId="urn:microsoft.com/office/officeart/2016/7/layout/RepeatingBendingProcessNew"/>
    <dgm:cxn modelId="{2FF4EC2B-28AB-45B3-854C-48518398D287}" type="presOf" srcId="{3C466EC4-2B55-44AE-A46E-087E709CC26A}" destId="{F3D14885-CE85-4C41-9767-45028E6CA5B6}" srcOrd="0" destOrd="0" presId="urn:microsoft.com/office/officeart/2016/7/layout/RepeatingBendingProcessNew"/>
    <dgm:cxn modelId="{BADF155D-A86E-4D7E-8FC6-F524ED015F5F}" srcId="{4D42BDCE-137F-4DFD-8B96-A2EEC30F2246}" destId="{8693ABED-FE98-4E75-84B5-FACCDFDE5A47}" srcOrd="1" destOrd="0" parTransId="{1743A206-D28F-4A19-A9C1-EF605E26B774}" sibTransId="{5EE60365-1901-4EE0-BC57-3EE149C20909}"/>
    <dgm:cxn modelId="{DD86CC44-543F-407B-BE74-650036A14CDF}" srcId="{3C466EC4-2B55-44AE-A46E-087E709CC26A}" destId="{4D42BDCE-137F-4DFD-8B96-A2EEC30F2246}" srcOrd="0" destOrd="0" parTransId="{93AE7E2F-8927-470F-BB64-6521C1070D3D}" sibTransId="{3E526B9D-584B-49F9-B31B-0A7823AB00AD}"/>
    <dgm:cxn modelId="{AE07D645-E077-4C5E-AA70-738BD223C4E1}" srcId="{4D42BDCE-137F-4DFD-8B96-A2EEC30F2246}" destId="{245BD3BB-80E6-47B3-AD5E-F0F966123E77}" srcOrd="4" destOrd="0" parTransId="{0878279B-087F-4DF2-9576-AACB44B2066F}" sibTransId="{CF87D90A-9ED6-4C8D-964A-7A00D8D79278}"/>
    <dgm:cxn modelId="{21C2B670-57E4-4CB6-8DC7-212F0FB4AEC7}" srcId="{4D42BDCE-137F-4DFD-8B96-A2EEC30F2246}" destId="{AF661E9E-2F6C-4B46-8A62-EFFD6B4E0EB5}" srcOrd="0" destOrd="0" parTransId="{6AAFC14A-55B1-4631-8D3C-3EDA2EEF9362}" sibTransId="{5D3688C3-24B4-4B10-995A-FCDE115AAC03}"/>
    <dgm:cxn modelId="{17E12656-B994-4545-AC26-4F9BEFAF8015}" type="presOf" srcId="{8693ABED-FE98-4E75-84B5-FACCDFDE5A47}" destId="{94A1002C-7A17-46F9-A43B-2D494B55E805}" srcOrd="0" destOrd="2" presId="urn:microsoft.com/office/officeart/2016/7/layout/RepeatingBendingProcessNew"/>
    <dgm:cxn modelId="{1C23DAAE-7255-4D25-A790-7BE83322D7B1}" type="presOf" srcId="{73AE250C-55DA-4142-8AA2-BC419908F7A9}" destId="{94A1002C-7A17-46F9-A43B-2D494B55E805}" srcOrd="0" destOrd="3" presId="urn:microsoft.com/office/officeart/2016/7/layout/RepeatingBendingProcessNew"/>
    <dgm:cxn modelId="{1B6257BC-68C2-4604-BA3C-B38A6E163DD1}" type="presOf" srcId="{245BD3BB-80E6-47B3-AD5E-F0F966123E77}" destId="{94A1002C-7A17-46F9-A43B-2D494B55E805}" srcOrd="0" destOrd="5" presId="urn:microsoft.com/office/officeart/2016/7/layout/RepeatingBendingProcessNew"/>
    <dgm:cxn modelId="{E998D4DC-6B31-4B84-8364-9DFF2E261E76}" srcId="{4D42BDCE-137F-4DFD-8B96-A2EEC30F2246}" destId="{73AE250C-55DA-4142-8AA2-BC419908F7A9}" srcOrd="2" destOrd="0" parTransId="{9CDE0D25-AF7A-405C-9C67-57A469F70C41}" sibTransId="{6F825B72-5D70-4E4D-B991-9495D4E3ED08}"/>
    <dgm:cxn modelId="{CA939FE3-EB53-4135-AB64-EB4957059582}" type="presOf" srcId="{46CAB893-3F54-41EC-9818-121356EDB256}" destId="{94A1002C-7A17-46F9-A43B-2D494B55E805}" srcOrd="0" destOrd="4" presId="urn:microsoft.com/office/officeart/2016/7/layout/RepeatingBendingProcessNew"/>
    <dgm:cxn modelId="{23CC30F4-1249-43E0-B4F5-D3F682AD4CFF}" type="presOf" srcId="{4D42BDCE-137F-4DFD-8B96-A2EEC30F2246}" destId="{94A1002C-7A17-46F9-A43B-2D494B55E805}" srcOrd="0" destOrd="0" presId="urn:microsoft.com/office/officeart/2016/7/layout/RepeatingBendingProcessNew"/>
    <dgm:cxn modelId="{09CB5CFF-0177-4539-A2B4-A54AA126A6C6}" srcId="{4D42BDCE-137F-4DFD-8B96-A2EEC30F2246}" destId="{46CAB893-3F54-41EC-9818-121356EDB256}" srcOrd="3" destOrd="0" parTransId="{ABC0990C-9AF5-4695-88F2-EB60F3AD02A3}" sibTransId="{5864A503-8941-4D7B-ABFD-0B06D3DD4224}"/>
    <dgm:cxn modelId="{905FD10D-0F08-43AD-B90E-BF101812F036}" type="presParOf" srcId="{F3D14885-CE85-4C41-9767-45028E6CA5B6}" destId="{94A1002C-7A17-46F9-A43B-2D494B55E805}" srcOrd="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85BA9A-36CF-4358-B64C-728F6BB44B1C}" type="doc">
      <dgm:prSet loTypeId="urn:microsoft.com/office/officeart/2005/8/layout/default" loCatId="list" qsTypeId="urn:microsoft.com/office/officeart/2005/8/quickstyle/simple2" qsCatId="simple" csTypeId="urn:microsoft.com/office/officeart/2005/8/colors/accent3_2" csCatId="accent3"/>
      <dgm:spPr/>
      <dgm:t>
        <a:bodyPr/>
        <a:lstStyle/>
        <a:p>
          <a:endParaRPr lang="en-US"/>
        </a:p>
      </dgm:t>
    </dgm:pt>
    <dgm:pt modelId="{9E8826F5-18FF-4D6E-B95B-2854E7B170AB}">
      <dgm:prSet/>
      <dgm:spPr/>
      <dgm:t>
        <a:bodyPr/>
        <a:lstStyle/>
        <a:p>
          <a:r>
            <a:rPr lang="en-US"/>
            <a:t>THRESHOLD ISSUES (previous lecture) include:</a:t>
          </a:r>
        </a:p>
      </dgm:t>
    </dgm:pt>
    <dgm:pt modelId="{9E841475-2FFB-48C8-BB02-235080E86947}" type="parTrans" cxnId="{59D0FCBA-382E-4AA8-B0D8-1E57F443EEE3}">
      <dgm:prSet/>
      <dgm:spPr/>
      <dgm:t>
        <a:bodyPr/>
        <a:lstStyle/>
        <a:p>
          <a:endParaRPr lang="en-US"/>
        </a:p>
      </dgm:t>
    </dgm:pt>
    <dgm:pt modelId="{F121D5B1-BA85-4799-BF84-6D460A321C7A}" type="sibTrans" cxnId="{59D0FCBA-382E-4AA8-B0D8-1E57F443EEE3}">
      <dgm:prSet/>
      <dgm:spPr/>
      <dgm:t>
        <a:bodyPr/>
        <a:lstStyle/>
        <a:p>
          <a:endParaRPr lang="en-US"/>
        </a:p>
      </dgm:t>
    </dgm:pt>
    <dgm:pt modelId="{6393DA1E-C345-4EF3-99BB-E432BAF19421}">
      <dgm:prSet/>
      <dgm:spPr/>
      <dgm:t>
        <a:bodyPr/>
        <a:lstStyle/>
        <a:p>
          <a:r>
            <a:rPr lang="en-US"/>
            <a:t>Is body amenable to review?</a:t>
          </a:r>
        </a:p>
      </dgm:t>
    </dgm:pt>
    <dgm:pt modelId="{25008279-3FD8-472F-B1E6-54AF42E93806}" type="parTrans" cxnId="{14F3A692-4E30-48E4-91F4-C9707763EE08}">
      <dgm:prSet/>
      <dgm:spPr/>
      <dgm:t>
        <a:bodyPr/>
        <a:lstStyle/>
        <a:p>
          <a:endParaRPr lang="en-US"/>
        </a:p>
      </dgm:t>
    </dgm:pt>
    <dgm:pt modelId="{6A0C1807-C605-4BF0-8FE2-6B2D396A2120}" type="sibTrans" cxnId="{14F3A692-4E30-48E4-91F4-C9707763EE08}">
      <dgm:prSet/>
      <dgm:spPr/>
      <dgm:t>
        <a:bodyPr/>
        <a:lstStyle/>
        <a:p>
          <a:endParaRPr lang="en-US"/>
        </a:p>
      </dgm:t>
    </dgm:pt>
    <dgm:pt modelId="{C4F407FA-5760-4157-8BC8-2FF9C1E0A2FB}">
      <dgm:prSet/>
      <dgm:spPr/>
      <dgm:t>
        <a:bodyPr/>
        <a:lstStyle/>
        <a:p>
          <a:r>
            <a:rPr lang="en-US"/>
            <a:t>What was decision/reasons/information relied on?</a:t>
          </a:r>
        </a:p>
      </dgm:t>
    </dgm:pt>
    <dgm:pt modelId="{E54D9B7D-54F9-49D1-8D2F-C8E7BF00A9FE}" type="parTrans" cxnId="{D8479114-C3C5-438F-AEB4-A4301DF3A4AB}">
      <dgm:prSet/>
      <dgm:spPr/>
      <dgm:t>
        <a:bodyPr/>
        <a:lstStyle/>
        <a:p>
          <a:endParaRPr lang="en-US"/>
        </a:p>
      </dgm:t>
    </dgm:pt>
    <dgm:pt modelId="{32E45DE8-1DEA-4692-8E50-7581317272C7}" type="sibTrans" cxnId="{D8479114-C3C5-438F-AEB4-A4301DF3A4AB}">
      <dgm:prSet/>
      <dgm:spPr/>
      <dgm:t>
        <a:bodyPr/>
        <a:lstStyle/>
        <a:p>
          <a:endParaRPr lang="en-US"/>
        </a:p>
      </dgm:t>
    </dgm:pt>
    <dgm:pt modelId="{7A66C808-3ABB-4AC2-8352-1AE3C2971069}">
      <dgm:prSet/>
      <dgm:spPr/>
      <dgm:t>
        <a:bodyPr/>
        <a:lstStyle/>
        <a:p>
          <a:r>
            <a:rPr lang="en-US"/>
            <a:t>What authorized the decision (statute or prerogative power)?</a:t>
          </a:r>
        </a:p>
      </dgm:t>
    </dgm:pt>
    <dgm:pt modelId="{163D309D-B667-4AAB-80E4-34BADCA331FE}" type="parTrans" cxnId="{9A5FB6A1-D870-49EF-B262-ADA681CB2745}">
      <dgm:prSet/>
      <dgm:spPr/>
      <dgm:t>
        <a:bodyPr/>
        <a:lstStyle/>
        <a:p>
          <a:endParaRPr lang="en-US"/>
        </a:p>
      </dgm:t>
    </dgm:pt>
    <dgm:pt modelId="{7D90EC99-3A47-4FBF-8A02-61AA522578D1}" type="sibTrans" cxnId="{9A5FB6A1-D870-49EF-B262-ADA681CB2745}">
      <dgm:prSet/>
      <dgm:spPr/>
      <dgm:t>
        <a:bodyPr/>
        <a:lstStyle/>
        <a:p>
          <a:endParaRPr lang="en-US"/>
        </a:p>
      </dgm:t>
    </dgm:pt>
    <dgm:pt modelId="{4CD47445-246F-48C5-AD7B-FB588C8255F9}">
      <dgm:prSet/>
      <dgm:spPr/>
      <dgm:t>
        <a:bodyPr/>
        <a:lstStyle/>
        <a:p>
          <a:r>
            <a:rPr lang="en-US"/>
            <a:t>Justiciability/ouster clauses (appropriateness of court to review matter)</a:t>
          </a:r>
        </a:p>
      </dgm:t>
    </dgm:pt>
    <dgm:pt modelId="{F1F08499-13CC-492A-BCAA-69ED923DB4FF}" type="parTrans" cxnId="{420E82AD-A6C3-443D-B347-E729DEAA88CA}">
      <dgm:prSet/>
      <dgm:spPr/>
      <dgm:t>
        <a:bodyPr/>
        <a:lstStyle/>
        <a:p>
          <a:endParaRPr lang="en-US"/>
        </a:p>
      </dgm:t>
    </dgm:pt>
    <dgm:pt modelId="{05E08D27-7D4B-49E2-9AFE-0301F7FB8262}" type="sibTrans" cxnId="{420E82AD-A6C3-443D-B347-E729DEAA88CA}">
      <dgm:prSet/>
      <dgm:spPr/>
      <dgm:t>
        <a:bodyPr/>
        <a:lstStyle/>
        <a:p>
          <a:endParaRPr lang="en-US"/>
        </a:p>
      </dgm:t>
    </dgm:pt>
    <dgm:pt modelId="{2090D641-9189-4390-A1D1-464D3CAAA129}">
      <dgm:prSet/>
      <dgm:spPr/>
      <dgm:t>
        <a:bodyPr/>
        <a:lstStyle/>
        <a:p>
          <a:r>
            <a:rPr lang="en-US"/>
            <a:t>Standing</a:t>
          </a:r>
        </a:p>
      </dgm:t>
    </dgm:pt>
    <dgm:pt modelId="{CD518FE8-57CD-43DD-BF88-C30D954B4F9D}" type="parTrans" cxnId="{432E4DA7-FDB7-492D-AF0A-6597CD136566}">
      <dgm:prSet/>
      <dgm:spPr/>
      <dgm:t>
        <a:bodyPr/>
        <a:lstStyle/>
        <a:p>
          <a:endParaRPr lang="en-US"/>
        </a:p>
      </dgm:t>
    </dgm:pt>
    <dgm:pt modelId="{919633D0-9825-4752-B0CF-E735525E0471}" type="sibTrans" cxnId="{432E4DA7-FDB7-492D-AF0A-6597CD136566}">
      <dgm:prSet/>
      <dgm:spPr/>
      <dgm:t>
        <a:bodyPr/>
        <a:lstStyle/>
        <a:p>
          <a:endParaRPr lang="en-US"/>
        </a:p>
      </dgm:t>
    </dgm:pt>
    <dgm:pt modelId="{3EB49964-59B7-403A-BB8D-361572AC31FD}">
      <dgm:prSet/>
      <dgm:spPr/>
      <dgm:t>
        <a:bodyPr/>
        <a:lstStyle/>
        <a:p>
          <a:r>
            <a:rPr lang="en-US"/>
            <a:t>Jurisdiction </a:t>
          </a:r>
        </a:p>
      </dgm:t>
    </dgm:pt>
    <dgm:pt modelId="{82D7AD3D-5969-47DF-9CD7-EA7FC09DBCF8}" type="parTrans" cxnId="{79821010-F0EC-44BA-8ED6-E58DB4F4231E}">
      <dgm:prSet/>
      <dgm:spPr/>
      <dgm:t>
        <a:bodyPr/>
        <a:lstStyle/>
        <a:p>
          <a:endParaRPr lang="en-US"/>
        </a:p>
      </dgm:t>
    </dgm:pt>
    <dgm:pt modelId="{914B588C-36C2-4C76-96E1-6878C6D68664}" type="sibTrans" cxnId="{79821010-F0EC-44BA-8ED6-E58DB4F4231E}">
      <dgm:prSet/>
      <dgm:spPr/>
      <dgm:t>
        <a:bodyPr/>
        <a:lstStyle/>
        <a:p>
          <a:endParaRPr lang="en-US"/>
        </a:p>
      </dgm:t>
    </dgm:pt>
    <dgm:pt modelId="{2D462DF4-CC65-49D3-807A-18AFF0017F47}">
      <dgm:prSet/>
      <dgm:spPr/>
      <dgm:t>
        <a:bodyPr/>
        <a:lstStyle/>
        <a:p>
          <a:r>
            <a:rPr lang="en-US"/>
            <a:t>2. GROUNDS OF REVIEW </a:t>
          </a:r>
        </a:p>
      </dgm:t>
    </dgm:pt>
    <dgm:pt modelId="{599CAAFF-E0D0-426A-9BF9-7F343F1B5691}" type="parTrans" cxnId="{7C824928-BF97-4AB4-A782-65BE0B95AD3A}">
      <dgm:prSet/>
      <dgm:spPr/>
      <dgm:t>
        <a:bodyPr/>
        <a:lstStyle/>
        <a:p>
          <a:endParaRPr lang="en-US"/>
        </a:p>
      </dgm:t>
    </dgm:pt>
    <dgm:pt modelId="{B425310E-AA74-4C0A-A3D6-5AEE7801C22E}" type="sibTrans" cxnId="{7C824928-BF97-4AB4-A782-65BE0B95AD3A}">
      <dgm:prSet/>
      <dgm:spPr/>
      <dgm:t>
        <a:bodyPr/>
        <a:lstStyle/>
        <a:p>
          <a:endParaRPr lang="en-US"/>
        </a:p>
      </dgm:t>
    </dgm:pt>
    <dgm:pt modelId="{799C4772-D02F-4642-BF8D-24228BB3B21F}">
      <dgm:prSet/>
      <dgm:spPr/>
      <dgm:t>
        <a:bodyPr/>
        <a:lstStyle/>
        <a:p>
          <a:r>
            <a:rPr lang="en-US"/>
            <a:t>Simple ultra vires (UV) (this lecture)</a:t>
          </a:r>
        </a:p>
      </dgm:t>
    </dgm:pt>
    <dgm:pt modelId="{3E21BBF8-EE14-41CC-91B4-C90298EAF9FF}" type="parTrans" cxnId="{B8719D9F-EA1E-4740-B5A0-B4711B966479}">
      <dgm:prSet/>
      <dgm:spPr/>
      <dgm:t>
        <a:bodyPr/>
        <a:lstStyle/>
        <a:p>
          <a:endParaRPr lang="en-US"/>
        </a:p>
      </dgm:t>
    </dgm:pt>
    <dgm:pt modelId="{8E7816C8-3A18-4E95-AE48-247E736F493B}" type="sibTrans" cxnId="{B8719D9F-EA1E-4740-B5A0-B4711B966479}">
      <dgm:prSet/>
      <dgm:spPr/>
      <dgm:t>
        <a:bodyPr/>
        <a:lstStyle/>
        <a:p>
          <a:endParaRPr lang="en-US"/>
        </a:p>
      </dgm:t>
    </dgm:pt>
    <dgm:pt modelId="{18C41924-9A6E-430A-84F5-8310F8FD3770}">
      <dgm:prSet/>
      <dgm:spPr/>
      <dgm:t>
        <a:bodyPr/>
        <a:lstStyle/>
        <a:p>
          <a:r>
            <a:rPr lang="en-US"/>
            <a:t>Broad ultra vires (UV) (next lecture)</a:t>
          </a:r>
        </a:p>
      </dgm:t>
    </dgm:pt>
    <dgm:pt modelId="{D92DBC43-F5AB-484B-B290-C1554F4921A8}" type="parTrans" cxnId="{3470A5FA-0C62-4E10-8704-01F26F3147A4}">
      <dgm:prSet/>
      <dgm:spPr/>
      <dgm:t>
        <a:bodyPr/>
        <a:lstStyle/>
        <a:p>
          <a:endParaRPr lang="en-US"/>
        </a:p>
      </dgm:t>
    </dgm:pt>
    <dgm:pt modelId="{291A9505-9A3A-4FD9-8D9C-18018BACCBE3}" type="sibTrans" cxnId="{3470A5FA-0C62-4E10-8704-01F26F3147A4}">
      <dgm:prSet/>
      <dgm:spPr/>
      <dgm:t>
        <a:bodyPr/>
        <a:lstStyle/>
        <a:p>
          <a:endParaRPr lang="en-US"/>
        </a:p>
      </dgm:t>
    </dgm:pt>
    <dgm:pt modelId="{7DB208FF-D380-4228-B9F8-737822BDB6B3}">
      <dgm:prSet/>
      <dgm:spPr/>
      <dgm:t>
        <a:bodyPr/>
        <a:lstStyle/>
        <a:p>
          <a:r>
            <a:rPr lang="en-US"/>
            <a:t>Procedural fairness</a:t>
          </a:r>
        </a:p>
      </dgm:t>
    </dgm:pt>
    <dgm:pt modelId="{59BB6662-93AB-4B12-B869-88CF83BB8DF7}" type="parTrans" cxnId="{2C35387D-6739-4E1E-982C-C40AD5FE8792}">
      <dgm:prSet/>
      <dgm:spPr/>
      <dgm:t>
        <a:bodyPr/>
        <a:lstStyle/>
        <a:p>
          <a:endParaRPr lang="en-US"/>
        </a:p>
      </dgm:t>
    </dgm:pt>
    <dgm:pt modelId="{E14B7A88-88D3-47D4-9448-EE45BAC627FD}" type="sibTrans" cxnId="{2C35387D-6739-4E1E-982C-C40AD5FE8792}">
      <dgm:prSet/>
      <dgm:spPr/>
      <dgm:t>
        <a:bodyPr/>
        <a:lstStyle/>
        <a:p>
          <a:endParaRPr lang="en-US"/>
        </a:p>
      </dgm:t>
    </dgm:pt>
    <dgm:pt modelId="{A7848BEF-33C2-4C8E-9F12-5214A78E0141}">
      <dgm:prSet/>
      <dgm:spPr/>
      <dgm:t>
        <a:bodyPr/>
        <a:lstStyle/>
        <a:p>
          <a:r>
            <a:rPr lang="en-US"/>
            <a:t>3. REMEDIES (future lecture)</a:t>
          </a:r>
        </a:p>
      </dgm:t>
    </dgm:pt>
    <dgm:pt modelId="{8E5506D0-3077-42C6-BDA3-51DD9E360B0C}" type="parTrans" cxnId="{0D6FD6B5-7551-48CD-ACDA-D7A8C9B43A6B}">
      <dgm:prSet/>
      <dgm:spPr/>
      <dgm:t>
        <a:bodyPr/>
        <a:lstStyle/>
        <a:p>
          <a:endParaRPr lang="en-US"/>
        </a:p>
      </dgm:t>
    </dgm:pt>
    <dgm:pt modelId="{04355D86-17A1-45BA-996E-D26C6B733293}" type="sibTrans" cxnId="{0D6FD6B5-7551-48CD-ACDA-D7A8C9B43A6B}">
      <dgm:prSet/>
      <dgm:spPr/>
      <dgm:t>
        <a:bodyPr/>
        <a:lstStyle/>
        <a:p>
          <a:endParaRPr lang="en-US"/>
        </a:p>
      </dgm:t>
    </dgm:pt>
    <dgm:pt modelId="{C25E1C6A-967C-41F4-9999-59F56E90D299}" type="pres">
      <dgm:prSet presAssocID="{9B85BA9A-36CF-4358-B64C-728F6BB44B1C}" presName="diagram" presStyleCnt="0">
        <dgm:presLayoutVars>
          <dgm:dir/>
          <dgm:resizeHandles val="exact"/>
        </dgm:presLayoutVars>
      </dgm:prSet>
      <dgm:spPr/>
    </dgm:pt>
    <dgm:pt modelId="{F2E84A4A-134D-47F0-A54B-478288D1EAE7}" type="pres">
      <dgm:prSet presAssocID="{9E8826F5-18FF-4D6E-B95B-2854E7B170AB}" presName="node" presStyleLbl="node1" presStyleIdx="0" presStyleCnt="9">
        <dgm:presLayoutVars>
          <dgm:bulletEnabled val="1"/>
        </dgm:presLayoutVars>
      </dgm:prSet>
      <dgm:spPr/>
    </dgm:pt>
    <dgm:pt modelId="{3A05F27D-98B8-47EB-B412-825E41662639}" type="pres">
      <dgm:prSet presAssocID="{F121D5B1-BA85-4799-BF84-6D460A321C7A}" presName="sibTrans" presStyleCnt="0"/>
      <dgm:spPr/>
    </dgm:pt>
    <dgm:pt modelId="{B43CC223-BB74-4242-BF1C-D48C70BD689C}" type="pres">
      <dgm:prSet presAssocID="{6393DA1E-C345-4EF3-99BB-E432BAF19421}" presName="node" presStyleLbl="node1" presStyleIdx="1" presStyleCnt="9">
        <dgm:presLayoutVars>
          <dgm:bulletEnabled val="1"/>
        </dgm:presLayoutVars>
      </dgm:prSet>
      <dgm:spPr/>
    </dgm:pt>
    <dgm:pt modelId="{CF94431B-3A84-404A-8F51-360B5F3FA3F7}" type="pres">
      <dgm:prSet presAssocID="{6A0C1807-C605-4BF0-8FE2-6B2D396A2120}" presName="sibTrans" presStyleCnt="0"/>
      <dgm:spPr/>
    </dgm:pt>
    <dgm:pt modelId="{117A71F2-E7C2-456A-8654-95ED5590645A}" type="pres">
      <dgm:prSet presAssocID="{C4F407FA-5760-4157-8BC8-2FF9C1E0A2FB}" presName="node" presStyleLbl="node1" presStyleIdx="2" presStyleCnt="9">
        <dgm:presLayoutVars>
          <dgm:bulletEnabled val="1"/>
        </dgm:presLayoutVars>
      </dgm:prSet>
      <dgm:spPr/>
    </dgm:pt>
    <dgm:pt modelId="{18C2D838-6201-4399-AA9D-75ECE7D2E73F}" type="pres">
      <dgm:prSet presAssocID="{32E45DE8-1DEA-4692-8E50-7581317272C7}" presName="sibTrans" presStyleCnt="0"/>
      <dgm:spPr/>
    </dgm:pt>
    <dgm:pt modelId="{B74E66B1-AA5D-428E-BD38-8ACF6A9B4E47}" type="pres">
      <dgm:prSet presAssocID="{7A66C808-3ABB-4AC2-8352-1AE3C2971069}" presName="node" presStyleLbl="node1" presStyleIdx="3" presStyleCnt="9">
        <dgm:presLayoutVars>
          <dgm:bulletEnabled val="1"/>
        </dgm:presLayoutVars>
      </dgm:prSet>
      <dgm:spPr/>
    </dgm:pt>
    <dgm:pt modelId="{876847CE-DC6D-4285-894F-A622E9B8006C}" type="pres">
      <dgm:prSet presAssocID="{7D90EC99-3A47-4FBF-8A02-61AA522578D1}" presName="sibTrans" presStyleCnt="0"/>
      <dgm:spPr/>
    </dgm:pt>
    <dgm:pt modelId="{75BE8089-F721-4F4A-BAA9-DEEB6FC17316}" type="pres">
      <dgm:prSet presAssocID="{4CD47445-246F-48C5-AD7B-FB588C8255F9}" presName="node" presStyleLbl="node1" presStyleIdx="4" presStyleCnt="9">
        <dgm:presLayoutVars>
          <dgm:bulletEnabled val="1"/>
        </dgm:presLayoutVars>
      </dgm:prSet>
      <dgm:spPr/>
    </dgm:pt>
    <dgm:pt modelId="{C1723E0E-7ACE-4476-BBB0-78FF24F4B70A}" type="pres">
      <dgm:prSet presAssocID="{05E08D27-7D4B-49E2-9AFE-0301F7FB8262}" presName="sibTrans" presStyleCnt="0"/>
      <dgm:spPr/>
    </dgm:pt>
    <dgm:pt modelId="{1894E9B3-71D8-4D87-A24B-C04D1429532A}" type="pres">
      <dgm:prSet presAssocID="{2090D641-9189-4390-A1D1-464D3CAAA129}" presName="node" presStyleLbl="node1" presStyleIdx="5" presStyleCnt="9">
        <dgm:presLayoutVars>
          <dgm:bulletEnabled val="1"/>
        </dgm:presLayoutVars>
      </dgm:prSet>
      <dgm:spPr/>
    </dgm:pt>
    <dgm:pt modelId="{C1933222-400C-4FC6-8C3A-D4637D7814F1}" type="pres">
      <dgm:prSet presAssocID="{919633D0-9825-4752-B0CF-E735525E0471}" presName="sibTrans" presStyleCnt="0"/>
      <dgm:spPr/>
    </dgm:pt>
    <dgm:pt modelId="{A2FB5D9F-631E-4175-9A2A-E0E7616F1B59}" type="pres">
      <dgm:prSet presAssocID="{3EB49964-59B7-403A-BB8D-361572AC31FD}" presName="node" presStyleLbl="node1" presStyleIdx="6" presStyleCnt="9">
        <dgm:presLayoutVars>
          <dgm:bulletEnabled val="1"/>
        </dgm:presLayoutVars>
      </dgm:prSet>
      <dgm:spPr/>
    </dgm:pt>
    <dgm:pt modelId="{2ACAB958-0D37-4BCE-B35A-70F4CFD90412}" type="pres">
      <dgm:prSet presAssocID="{914B588C-36C2-4C76-96E1-6878C6D68664}" presName="sibTrans" presStyleCnt="0"/>
      <dgm:spPr/>
    </dgm:pt>
    <dgm:pt modelId="{D707425D-DBA0-41BB-B84C-F2492F5CA0FC}" type="pres">
      <dgm:prSet presAssocID="{2D462DF4-CC65-49D3-807A-18AFF0017F47}" presName="node" presStyleLbl="node1" presStyleIdx="7" presStyleCnt="9">
        <dgm:presLayoutVars>
          <dgm:bulletEnabled val="1"/>
        </dgm:presLayoutVars>
      </dgm:prSet>
      <dgm:spPr/>
    </dgm:pt>
    <dgm:pt modelId="{F557DD54-12E8-4B2A-BFD4-E70E84CCD5AE}" type="pres">
      <dgm:prSet presAssocID="{B425310E-AA74-4C0A-A3D6-5AEE7801C22E}" presName="sibTrans" presStyleCnt="0"/>
      <dgm:spPr/>
    </dgm:pt>
    <dgm:pt modelId="{EA30584D-8A30-4753-AD7D-F77CB7C8357B}" type="pres">
      <dgm:prSet presAssocID="{A7848BEF-33C2-4C8E-9F12-5214A78E0141}" presName="node" presStyleLbl="node1" presStyleIdx="8" presStyleCnt="9">
        <dgm:presLayoutVars>
          <dgm:bulletEnabled val="1"/>
        </dgm:presLayoutVars>
      </dgm:prSet>
      <dgm:spPr/>
    </dgm:pt>
  </dgm:ptLst>
  <dgm:cxnLst>
    <dgm:cxn modelId="{E3EF600C-5E77-46FF-85A1-07ACCCBF392B}" type="presOf" srcId="{2090D641-9189-4390-A1D1-464D3CAAA129}" destId="{1894E9B3-71D8-4D87-A24B-C04D1429532A}" srcOrd="0" destOrd="0" presId="urn:microsoft.com/office/officeart/2005/8/layout/default"/>
    <dgm:cxn modelId="{79821010-F0EC-44BA-8ED6-E58DB4F4231E}" srcId="{9B85BA9A-36CF-4358-B64C-728F6BB44B1C}" destId="{3EB49964-59B7-403A-BB8D-361572AC31FD}" srcOrd="6" destOrd="0" parTransId="{82D7AD3D-5969-47DF-9CD7-EA7FC09DBCF8}" sibTransId="{914B588C-36C2-4C76-96E1-6878C6D68664}"/>
    <dgm:cxn modelId="{D8479114-C3C5-438F-AEB4-A4301DF3A4AB}" srcId="{9B85BA9A-36CF-4358-B64C-728F6BB44B1C}" destId="{C4F407FA-5760-4157-8BC8-2FF9C1E0A2FB}" srcOrd="2" destOrd="0" parTransId="{E54D9B7D-54F9-49D1-8D2F-C8E7BF00A9FE}" sibTransId="{32E45DE8-1DEA-4692-8E50-7581317272C7}"/>
    <dgm:cxn modelId="{7C824928-BF97-4AB4-A782-65BE0B95AD3A}" srcId="{9B85BA9A-36CF-4358-B64C-728F6BB44B1C}" destId="{2D462DF4-CC65-49D3-807A-18AFF0017F47}" srcOrd="7" destOrd="0" parTransId="{599CAAFF-E0D0-426A-9BF9-7F343F1B5691}" sibTransId="{B425310E-AA74-4C0A-A3D6-5AEE7801C22E}"/>
    <dgm:cxn modelId="{323D9C2F-4931-4850-85A9-3C13A3E7EE91}" type="presOf" srcId="{799C4772-D02F-4642-BF8D-24228BB3B21F}" destId="{D707425D-DBA0-41BB-B84C-F2492F5CA0FC}" srcOrd="0" destOrd="1" presId="urn:microsoft.com/office/officeart/2005/8/layout/default"/>
    <dgm:cxn modelId="{5D987146-9BE0-4A4C-9728-3D32058682B1}" type="presOf" srcId="{3EB49964-59B7-403A-BB8D-361572AC31FD}" destId="{A2FB5D9F-631E-4175-9A2A-E0E7616F1B59}" srcOrd="0" destOrd="0" presId="urn:microsoft.com/office/officeart/2005/8/layout/default"/>
    <dgm:cxn modelId="{6AAD3147-164C-4C87-8979-F84CF795B180}" type="presOf" srcId="{18C41924-9A6E-430A-84F5-8310F8FD3770}" destId="{D707425D-DBA0-41BB-B84C-F2492F5CA0FC}" srcOrd="0" destOrd="2" presId="urn:microsoft.com/office/officeart/2005/8/layout/default"/>
    <dgm:cxn modelId="{BD98AE72-353C-404B-8C98-B8DE4B8529A1}" type="presOf" srcId="{2D462DF4-CC65-49D3-807A-18AFF0017F47}" destId="{D707425D-DBA0-41BB-B84C-F2492F5CA0FC}" srcOrd="0" destOrd="0" presId="urn:microsoft.com/office/officeart/2005/8/layout/default"/>
    <dgm:cxn modelId="{33F40F54-6005-48D2-8D2E-4B75D413DC30}" type="presOf" srcId="{9B85BA9A-36CF-4358-B64C-728F6BB44B1C}" destId="{C25E1C6A-967C-41F4-9999-59F56E90D299}" srcOrd="0" destOrd="0" presId="urn:microsoft.com/office/officeart/2005/8/layout/default"/>
    <dgm:cxn modelId="{2C35387D-6739-4E1E-982C-C40AD5FE8792}" srcId="{2D462DF4-CC65-49D3-807A-18AFF0017F47}" destId="{7DB208FF-D380-4228-B9F8-737822BDB6B3}" srcOrd="2" destOrd="0" parTransId="{59BB6662-93AB-4B12-B869-88CF83BB8DF7}" sibTransId="{E14B7A88-88D3-47D4-9448-EE45BAC627FD}"/>
    <dgm:cxn modelId="{14F3A692-4E30-48E4-91F4-C9707763EE08}" srcId="{9B85BA9A-36CF-4358-B64C-728F6BB44B1C}" destId="{6393DA1E-C345-4EF3-99BB-E432BAF19421}" srcOrd="1" destOrd="0" parTransId="{25008279-3FD8-472F-B1E6-54AF42E93806}" sibTransId="{6A0C1807-C605-4BF0-8FE2-6B2D396A2120}"/>
    <dgm:cxn modelId="{B8719D9F-EA1E-4740-B5A0-B4711B966479}" srcId="{2D462DF4-CC65-49D3-807A-18AFF0017F47}" destId="{799C4772-D02F-4642-BF8D-24228BB3B21F}" srcOrd="0" destOrd="0" parTransId="{3E21BBF8-EE14-41CC-91B4-C90298EAF9FF}" sibTransId="{8E7816C8-3A18-4E95-AE48-247E736F493B}"/>
    <dgm:cxn modelId="{9A5FB6A1-D870-49EF-B262-ADA681CB2745}" srcId="{9B85BA9A-36CF-4358-B64C-728F6BB44B1C}" destId="{7A66C808-3ABB-4AC2-8352-1AE3C2971069}" srcOrd="3" destOrd="0" parTransId="{163D309D-B667-4AAB-80E4-34BADCA331FE}" sibTransId="{7D90EC99-3A47-4FBF-8A02-61AA522578D1}"/>
    <dgm:cxn modelId="{432E4DA7-FDB7-492D-AF0A-6597CD136566}" srcId="{9B85BA9A-36CF-4358-B64C-728F6BB44B1C}" destId="{2090D641-9189-4390-A1D1-464D3CAAA129}" srcOrd="5" destOrd="0" parTransId="{CD518FE8-57CD-43DD-BF88-C30D954B4F9D}" sibTransId="{919633D0-9825-4752-B0CF-E735525E0471}"/>
    <dgm:cxn modelId="{7BDED8A7-BF6A-4858-A40A-22ADF03E3F6D}" type="presOf" srcId="{A7848BEF-33C2-4C8E-9F12-5214A78E0141}" destId="{EA30584D-8A30-4753-AD7D-F77CB7C8357B}" srcOrd="0" destOrd="0" presId="urn:microsoft.com/office/officeart/2005/8/layout/default"/>
    <dgm:cxn modelId="{D907A2A9-CAA9-4EEB-ACDE-C4B56AABE00C}" type="presOf" srcId="{4CD47445-246F-48C5-AD7B-FB588C8255F9}" destId="{75BE8089-F721-4F4A-BAA9-DEEB6FC17316}" srcOrd="0" destOrd="0" presId="urn:microsoft.com/office/officeart/2005/8/layout/default"/>
    <dgm:cxn modelId="{420E82AD-A6C3-443D-B347-E729DEAA88CA}" srcId="{9B85BA9A-36CF-4358-B64C-728F6BB44B1C}" destId="{4CD47445-246F-48C5-AD7B-FB588C8255F9}" srcOrd="4" destOrd="0" parTransId="{F1F08499-13CC-492A-BCAA-69ED923DB4FF}" sibTransId="{05E08D27-7D4B-49E2-9AFE-0301F7FB8262}"/>
    <dgm:cxn modelId="{7F47BDB2-D667-4D94-9630-D38BC97E78BA}" type="presOf" srcId="{7DB208FF-D380-4228-B9F8-737822BDB6B3}" destId="{D707425D-DBA0-41BB-B84C-F2492F5CA0FC}" srcOrd="0" destOrd="3" presId="urn:microsoft.com/office/officeart/2005/8/layout/default"/>
    <dgm:cxn modelId="{0D6FD6B5-7551-48CD-ACDA-D7A8C9B43A6B}" srcId="{9B85BA9A-36CF-4358-B64C-728F6BB44B1C}" destId="{A7848BEF-33C2-4C8E-9F12-5214A78E0141}" srcOrd="8" destOrd="0" parTransId="{8E5506D0-3077-42C6-BDA3-51DD9E360B0C}" sibTransId="{04355D86-17A1-45BA-996E-D26C6B733293}"/>
    <dgm:cxn modelId="{58E345B9-A9BB-4AA6-98F3-9C5E54FCD286}" type="presOf" srcId="{9E8826F5-18FF-4D6E-B95B-2854E7B170AB}" destId="{F2E84A4A-134D-47F0-A54B-478288D1EAE7}" srcOrd="0" destOrd="0" presId="urn:microsoft.com/office/officeart/2005/8/layout/default"/>
    <dgm:cxn modelId="{59D0FCBA-382E-4AA8-B0D8-1E57F443EEE3}" srcId="{9B85BA9A-36CF-4358-B64C-728F6BB44B1C}" destId="{9E8826F5-18FF-4D6E-B95B-2854E7B170AB}" srcOrd="0" destOrd="0" parTransId="{9E841475-2FFB-48C8-BB02-235080E86947}" sibTransId="{F121D5B1-BA85-4799-BF84-6D460A321C7A}"/>
    <dgm:cxn modelId="{08DF4CCC-F07C-406C-8082-E90F7877DF0A}" type="presOf" srcId="{7A66C808-3ABB-4AC2-8352-1AE3C2971069}" destId="{B74E66B1-AA5D-428E-BD38-8ACF6A9B4E47}" srcOrd="0" destOrd="0" presId="urn:microsoft.com/office/officeart/2005/8/layout/default"/>
    <dgm:cxn modelId="{1D40C7EE-F34F-4358-8B7A-EAAE87B4B0CB}" type="presOf" srcId="{C4F407FA-5760-4157-8BC8-2FF9C1E0A2FB}" destId="{117A71F2-E7C2-456A-8654-95ED5590645A}" srcOrd="0" destOrd="0" presId="urn:microsoft.com/office/officeart/2005/8/layout/default"/>
    <dgm:cxn modelId="{74BD9BF2-8645-4076-ACE0-BE60C3825CED}" type="presOf" srcId="{6393DA1E-C345-4EF3-99BB-E432BAF19421}" destId="{B43CC223-BB74-4242-BF1C-D48C70BD689C}" srcOrd="0" destOrd="0" presId="urn:microsoft.com/office/officeart/2005/8/layout/default"/>
    <dgm:cxn modelId="{3470A5FA-0C62-4E10-8704-01F26F3147A4}" srcId="{2D462DF4-CC65-49D3-807A-18AFF0017F47}" destId="{18C41924-9A6E-430A-84F5-8310F8FD3770}" srcOrd="1" destOrd="0" parTransId="{D92DBC43-F5AB-484B-B290-C1554F4921A8}" sibTransId="{291A9505-9A3A-4FD9-8D9C-18018BACCBE3}"/>
    <dgm:cxn modelId="{2B1BF666-63F3-46DD-A2C3-4057DD47895F}" type="presParOf" srcId="{C25E1C6A-967C-41F4-9999-59F56E90D299}" destId="{F2E84A4A-134D-47F0-A54B-478288D1EAE7}" srcOrd="0" destOrd="0" presId="urn:microsoft.com/office/officeart/2005/8/layout/default"/>
    <dgm:cxn modelId="{6A87F2F5-F388-4989-B32A-4EE8D838F5B6}" type="presParOf" srcId="{C25E1C6A-967C-41F4-9999-59F56E90D299}" destId="{3A05F27D-98B8-47EB-B412-825E41662639}" srcOrd="1" destOrd="0" presId="urn:microsoft.com/office/officeart/2005/8/layout/default"/>
    <dgm:cxn modelId="{C13F71F5-4FA1-46F9-908D-93A8DF1446A0}" type="presParOf" srcId="{C25E1C6A-967C-41F4-9999-59F56E90D299}" destId="{B43CC223-BB74-4242-BF1C-D48C70BD689C}" srcOrd="2" destOrd="0" presId="urn:microsoft.com/office/officeart/2005/8/layout/default"/>
    <dgm:cxn modelId="{DF8592D3-008E-4958-B548-66DC21A808A5}" type="presParOf" srcId="{C25E1C6A-967C-41F4-9999-59F56E90D299}" destId="{CF94431B-3A84-404A-8F51-360B5F3FA3F7}" srcOrd="3" destOrd="0" presId="urn:microsoft.com/office/officeart/2005/8/layout/default"/>
    <dgm:cxn modelId="{2CFB775B-8154-4BDB-AD3F-6A6BF6012CAB}" type="presParOf" srcId="{C25E1C6A-967C-41F4-9999-59F56E90D299}" destId="{117A71F2-E7C2-456A-8654-95ED5590645A}" srcOrd="4" destOrd="0" presId="urn:microsoft.com/office/officeart/2005/8/layout/default"/>
    <dgm:cxn modelId="{71D53C14-B6A4-4D52-B748-51F627105CB2}" type="presParOf" srcId="{C25E1C6A-967C-41F4-9999-59F56E90D299}" destId="{18C2D838-6201-4399-AA9D-75ECE7D2E73F}" srcOrd="5" destOrd="0" presId="urn:microsoft.com/office/officeart/2005/8/layout/default"/>
    <dgm:cxn modelId="{84BB151B-E51B-4EFE-BFC9-3DC860A326B4}" type="presParOf" srcId="{C25E1C6A-967C-41F4-9999-59F56E90D299}" destId="{B74E66B1-AA5D-428E-BD38-8ACF6A9B4E47}" srcOrd="6" destOrd="0" presId="urn:microsoft.com/office/officeart/2005/8/layout/default"/>
    <dgm:cxn modelId="{FA641416-CE7D-4051-8D1C-578C944ABAA9}" type="presParOf" srcId="{C25E1C6A-967C-41F4-9999-59F56E90D299}" destId="{876847CE-DC6D-4285-894F-A622E9B8006C}" srcOrd="7" destOrd="0" presId="urn:microsoft.com/office/officeart/2005/8/layout/default"/>
    <dgm:cxn modelId="{E3DD9CAF-DD25-4A7C-86FD-F5C6182A7C97}" type="presParOf" srcId="{C25E1C6A-967C-41F4-9999-59F56E90D299}" destId="{75BE8089-F721-4F4A-BAA9-DEEB6FC17316}" srcOrd="8" destOrd="0" presId="urn:microsoft.com/office/officeart/2005/8/layout/default"/>
    <dgm:cxn modelId="{759864F0-AA41-4EA3-A828-AC56551E35B9}" type="presParOf" srcId="{C25E1C6A-967C-41F4-9999-59F56E90D299}" destId="{C1723E0E-7ACE-4476-BBB0-78FF24F4B70A}" srcOrd="9" destOrd="0" presId="urn:microsoft.com/office/officeart/2005/8/layout/default"/>
    <dgm:cxn modelId="{D47C580A-0129-4FBF-A244-4A0E7A2AE154}" type="presParOf" srcId="{C25E1C6A-967C-41F4-9999-59F56E90D299}" destId="{1894E9B3-71D8-4D87-A24B-C04D1429532A}" srcOrd="10" destOrd="0" presId="urn:microsoft.com/office/officeart/2005/8/layout/default"/>
    <dgm:cxn modelId="{735A6754-425A-4D99-B910-918FCE4F3676}" type="presParOf" srcId="{C25E1C6A-967C-41F4-9999-59F56E90D299}" destId="{C1933222-400C-4FC6-8C3A-D4637D7814F1}" srcOrd="11" destOrd="0" presId="urn:microsoft.com/office/officeart/2005/8/layout/default"/>
    <dgm:cxn modelId="{092891D3-F2E1-4099-9C7D-BA143825FB9D}" type="presParOf" srcId="{C25E1C6A-967C-41F4-9999-59F56E90D299}" destId="{A2FB5D9F-631E-4175-9A2A-E0E7616F1B59}" srcOrd="12" destOrd="0" presId="urn:microsoft.com/office/officeart/2005/8/layout/default"/>
    <dgm:cxn modelId="{CDF16620-9233-499E-97BE-D497FDCB9068}" type="presParOf" srcId="{C25E1C6A-967C-41F4-9999-59F56E90D299}" destId="{2ACAB958-0D37-4BCE-B35A-70F4CFD90412}" srcOrd="13" destOrd="0" presId="urn:microsoft.com/office/officeart/2005/8/layout/default"/>
    <dgm:cxn modelId="{8500F118-1BF7-4FB4-8503-4D477CF5BD7F}" type="presParOf" srcId="{C25E1C6A-967C-41F4-9999-59F56E90D299}" destId="{D707425D-DBA0-41BB-B84C-F2492F5CA0FC}" srcOrd="14" destOrd="0" presId="urn:microsoft.com/office/officeart/2005/8/layout/default"/>
    <dgm:cxn modelId="{DEAB06F0-3E64-40FA-BE60-7930C90FDE29}" type="presParOf" srcId="{C25E1C6A-967C-41F4-9999-59F56E90D299}" destId="{F557DD54-12E8-4B2A-BFD4-E70E84CCD5AE}" srcOrd="15" destOrd="0" presId="urn:microsoft.com/office/officeart/2005/8/layout/default"/>
    <dgm:cxn modelId="{E8266BDF-8D98-4463-8BBE-97BA802A6672}" type="presParOf" srcId="{C25E1C6A-967C-41F4-9999-59F56E90D299}" destId="{EA30584D-8A30-4753-AD7D-F77CB7C8357B}"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CCAA27-4F57-4810-A45C-029C83311B85}" type="doc">
      <dgm:prSet loTypeId="urn:microsoft.com/office/officeart/2005/8/layout/default" loCatId="list" qsTypeId="urn:microsoft.com/office/officeart/2005/8/quickstyle/simple2" qsCatId="simple" csTypeId="urn:microsoft.com/office/officeart/2005/8/colors/accent1_2" csCatId="accent1"/>
      <dgm:spPr/>
      <dgm:t>
        <a:bodyPr/>
        <a:lstStyle/>
        <a:p>
          <a:endParaRPr lang="en-US"/>
        </a:p>
      </dgm:t>
    </dgm:pt>
    <dgm:pt modelId="{90D0582D-083C-436A-B63C-C8311C7417B3}">
      <dgm:prSet/>
      <dgm:spPr/>
      <dgm:t>
        <a:bodyPr/>
        <a:lstStyle/>
        <a:p>
          <a:r>
            <a:rPr lang="en-US"/>
            <a:t>Is Body amenable to Judicial Review (because of type of body it is or purpose)?</a:t>
          </a:r>
        </a:p>
      </dgm:t>
    </dgm:pt>
    <dgm:pt modelId="{29E1E874-ADF3-4CD6-9DF1-C501B787CEEB}" type="parTrans" cxnId="{D15E8592-F829-4D85-8A9B-CCFBDA5589C9}">
      <dgm:prSet/>
      <dgm:spPr/>
      <dgm:t>
        <a:bodyPr/>
        <a:lstStyle/>
        <a:p>
          <a:endParaRPr lang="en-US"/>
        </a:p>
      </dgm:t>
    </dgm:pt>
    <dgm:pt modelId="{55176F79-9C53-4196-BD43-D5180DCDA228}" type="sibTrans" cxnId="{D15E8592-F829-4D85-8A9B-CCFBDA5589C9}">
      <dgm:prSet/>
      <dgm:spPr/>
      <dgm:t>
        <a:bodyPr/>
        <a:lstStyle/>
        <a:p>
          <a:endParaRPr lang="en-US"/>
        </a:p>
      </dgm:t>
    </dgm:pt>
    <dgm:pt modelId="{0AC9FFC1-1971-4EDD-9E3E-E372511306B2}">
      <dgm:prSet/>
      <dgm:spPr/>
      <dgm:t>
        <a:bodyPr/>
        <a:lstStyle/>
        <a:p>
          <a:r>
            <a:rPr lang="en-US"/>
            <a:t>What was the decision that was made (including reasons and supporting information)?</a:t>
          </a:r>
        </a:p>
      </dgm:t>
    </dgm:pt>
    <dgm:pt modelId="{A2692957-0C88-4AEE-9664-680FC9757D63}" type="parTrans" cxnId="{68034E65-8B28-495E-8CD8-F3339E2AB919}">
      <dgm:prSet/>
      <dgm:spPr/>
      <dgm:t>
        <a:bodyPr/>
        <a:lstStyle/>
        <a:p>
          <a:endParaRPr lang="en-US"/>
        </a:p>
      </dgm:t>
    </dgm:pt>
    <dgm:pt modelId="{4369A706-F48B-46A3-A115-7D43E1771665}" type="sibTrans" cxnId="{68034E65-8B28-495E-8CD8-F3339E2AB919}">
      <dgm:prSet/>
      <dgm:spPr/>
      <dgm:t>
        <a:bodyPr/>
        <a:lstStyle/>
        <a:p>
          <a:endParaRPr lang="en-US"/>
        </a:p>
      </dgm:t>
    </dgm:pt>
    <dgm:pt modelId="{7FD45C2E-548B-4522-88AA-24C014065A08}">
      <dgm:prSet/>
      <dgm:spPr/>
      <dgm:t>
        <a:bodyPr/>
        <a:lstStyle/>
        <a:p>
          <a:r>
            <a:rPr lang="en-AU"/>
            <a:t>3. What is the source of the decision making power (prerogative, statute or subordinate legislation) and is it State or Commonwealth?</a:t>
          </a:r>
          <a:endParaRPr lang="en-US"/>
        </a:p>
      </dgm:t>
    </dgm:pt>
    <dgm:pt modelId="{52D275A2-954E-4D71-B9BA-EA77857B7E90}" type="parTrans" cxnId="{9B3D8CF2-8945-401C-A7EE-70A775A69C70}">
      <dgm:prSet/>
      <dgm:spPr/>
      <dgm:t>
        <a:bodyPr/>
        <a:lstStyle/>
        <a:p>
          <a:endParaRPr lang="en-US"/>
        </a:p>
      </dgm:t>
    </dgm:pt>
    <dgm:pt modelId="{C461552E-31DA-4BE5-B975-CF8A3B223124}" type="sibTrans" cxnId="{9B3D8CF2-8945-401C-A7EE-70A775A69C70}">
      <dgm:prSet/>
      <dgm:spPr/>
      <dgm:t>
        <a:bodyPr/>
        <a:lstStyle/>
        <a:p>
          <a:endParaRPr lang="en-US"/>
        </a:p>
      </dgm:t>
    </dgm:pt>
    <dgm:pt modelId="{D65AF00B-5CC1-4BE0-ABE8-D19A3DE16A19}">
      <dgm:prSet/>
      <dgm:spPr/>
      <dgm:t>
        <a:bodyPr/>
        <a:lstStyle/>
        <a:p>
          <a:r>
            <a:rPr lang="en-AU"/>
            <a:t>4. Is it appropriate for the court to review the Decision (is it justiciable)? Ouster clauses?</a:t>
          </a:r>
          <a:endParaRPr lang="en-US"/>
        </a:p>
      </dgm:t>
    </dgm:pt>
    <dgm:pt modelId="{43CC0BE6-FBB8-429A-8B9E-7855CD5F551B}" type="parTrans" cxnId="{629F81DE-6B28-46DB-8B02-64BA573842A2}">
      <dgm:prSet/>
      <dgm:spPr/>
      <dgm:t>
        <a:bodyPr/>
        <a:lstStyle/>
        <a:p>
          <a:endParaRPr lang="en-US"/>
        </a:p>
      </dgm:t>
    </dgm:pt>
    <dgm:pt modelId="{79880991-F605-43D1-9E55-52707C8C24DD}" type="sibTrans" cxnId="{629F81DE-6B28-46DB-8B02-64BA573842A2}">
      <dgm:prSet/>
      <dgm:spPr/>
      <dgm:t>
        <a:bodyPr/>
        <a:lstStyle/>
        <a:p>
          <a:endParaRPr lang="en-US"/>
        </a:p>
      </dgm:t>
    </dgm:pt>
    <dgm:pt modelId="{33E85614-4B30-4FDF-8171-4DFF0D289E4B}">
      <dgm:prSet/>
      <dgm:spPr/>
      <dgm:t>
        <a:bodyPr/>
        <a:lstStyle/>
        <a:p>
          <a:r>
            <a:rPr lang="en-AU"/>
            <a:t>5. What is the court’s authority to decide (jurisdiction)?</a:t>
          </a:r>
          <a:endParaRPr lang="en-US"/>
        </a:p>
      </dgm:t>
    </dgm:pt>
    <dgm:pt modelId="{08D884D6-3451-4721-A6AE-4A869803BB77}" type="parTrans" cxnId="{52777271-C2BD-482D-9C1B-3783B584A13A}">
      <dgm:prSet/>
      <dgm:spPr/>
      <dgm:t>
        <a:bodyPr/>
        <a:lstStyle/>
        <a:p>
          <a:endParaRPr lang="en-US"/>
        </a:p>
      </dgm:t>
    </dgm:pt>
    <dgm:pt modelId="{61A3B659-278E-4F34-8D62-11E0C8C18007}" type="sibTrans" cxnId="{52777271-C2BD-482D-9C1B-3783B584A13A}">
      <dgm:prSet/>
      <dgm:spPr/>
      <dgm:t>
        <a:bodyPr/>
        <a:lstStyle/>
        <a:p>
          <a:endParaRPr lang="en-US"/>
        </a:p>
      </dgm:t>
    </dgm:pt>
    <dgm:pt modelId="{1AA90A8B-D7AA-4ADA-AFA6-52AAEAF42ABD}">
      <dgm:prSet/>
      <dgm:spPr/>
      <dgm:t>
        <a:bodyPr/>
        <a:lstStyle/>
        <a:p>
          <a:r>
            <a:rPr lang="en-AU"/>
            <a:t>6. Does the applicant have standing to bring judicial review?</a:t>
          </a:r>
          <a:endParaRPr lang="en-US"/>
        </a:p>
      </dgm:t>
    </dgm:pt>
    <dgm:pt modelId="{1828998A-1FF8-45DD-94D0-80517A72BE42}" type="parTrans" cxnId="{22F2FD93-E44E-47FD-AFEB-B5DDA5ED60C7}">
      <dgm:prSet/>
      <dgm:spPr/>
      <dgm:t>
        <a:bodyPr/>
        <a:lstStyle/>
        <a:p>
          <a:endParaRPr lang="en-US"/>
        </a:p>
      </dgm:t>
    </dgm:pt>
    <dgm:pt modelId="{C66390E5-522B-4226-B9D6-597A026C748E}" type="sibTrans" cxnId="{22F2FD93-E44E-47FD-AFEB-B5DDA5ED60C7}">
      <dgm:prSet/>
      <dgm:spPr/>
      <dgm:t>
        <a:bodyPr/>
        <a:lstStyle/>
        <a:p>
          <a:endParaRPr lang="en-US"/>
        </a:p>
      </dgm:t>
    </dgm:pt>
    <dgm:pt modelId="{B9B08D4A-42E7-429C-BADD-9902AFCC81B3}" type="pres">
      <dgm:prSet presAssocID="{28CCAA27-4F57-4810-A45C-029C83311B85}" presName="diagram" presStyleCnt="0">
        <dgm:presLayoutVars>
          <dgm:dir/>
          <dgm:resizeHandles val="exact"/>
        </dgm:presLayoutVars>
      </dgm:prSet>
      <dgm:spPr/>
    </dgm:pt>
    <dgm:pt modelId="{BDF05EC4-41A5-4DF8-B9A4-372DD59EFA4B}" type="pres">
      <dgm:prSet presAssocID="{90D0582D-083C-436A-B63C-C8311C7417B3}" presName="node" presStyleLbl="node1" presStyleIdx="0" presStyleCnt="6">
        <dgm:presLayoutVars>
          <dgm:bulletEnabled val="1"/>
        </dgm:presLayoutVars>
      </dgm:prSet>
      <dgm:spPr/>
    </dgm:pt>
    <dgm:pt modelId="{935F8862-486A-45DA-80B2-FAEBE9EAF7B4}" type="pres">
      <dgm:prSet presAssocID="{55176F79-9C53-4196-BD43-D5180DCDA228}" presName="sibTrans" presStyleCnt="0"/>
      <dgm:spPr/>
    </dgm:pt>
    <dgm:pt modelId="{F80A02A5-83BA-468A-98AF-EF688E81C35C}" type="pres">
      <dgm:prSet presAssocID="{0AC9FFC1-1971-4EDD-9E3E-E372511306B2}" presName="node" presStyleLbl="node1" presStyleIdx="1" presStyleCnt="6">
        <dgm:presLayoutVars>
          <dgm:bulletEnabled val="1"/>
        </dgm:presLayoutVars>
      </dgm:prSet>
      <dgm:spPr/>
    </dgm:pt>
    <dgm:pt modelId="{979BA3F9-EF40-4D6E-9C6B-8FEA282351D0}" type="pres">
      <dgm:prSet presAssocID="{4369A706-F48B-46A3-A115-7D43E1771665}" presName="sibTrans" presStyleCnt="0"/>
      <dgm:spPr/>
    </dgm:pt>
    <dgm:pt modelId="{D546C8BB-63B3-4B70-A0B4-BC9215CEDB5C}" type="pres">
      <dgm:prSet presAssocID="{7FD45C2E-548B-4522-88AA-24C014065A08}" presName="node" presStyleLbl="node1" presStyleIdx="2" presStyleCnt="6">
        <dgm:presLayoutVars>
          <dgm:bulletEnabled val="1"/>
        </dgm:presLayoutVars>
      </dgm:prSet>
      <dgm:spPr/>
    </dgm:pt>
    <dgm:pt modelId="{40083CE9-73C7-42E2-AD80-8A87CBF7608D}" type="pres">
      <dgm:prSet presAssocID="{C461552E-31DA-4BE5-B975-CF8A3B223124}" presName="sibTrans" presStyleCnt="0"/>
      <dgm:spPr/>
    </dgm:pt>
    <dgm:pt modelId="{524A2BFF-6A62-4E9E-9BA3-5E301FD6104C}" type="pres">
      <dgm:prSet presAssocID="{D65AF00B-5CC1-4BE0-ABE8-D19A3DE16A19}" presName="node" presStyleLbl="node1" presStyleIdx="3" presStyleCnt="6">
        <dgm:presLayoutVars>
          <dgm:bulletEnabled val="1"/>
        </dgm:presLayoutVars>
      </dgm:prSet>
      <dgm:spPr/>
    </dgm:pt>
    <dgm:pt modelId="{457A6882-830E-4723-A156-F96A42BDCCD4}" type="pres">
      <dgm:prSet presAssocID="{79880991-F605-43D1-9E55-52707C8C24DD}" presName="sibTrans" presStyleCnt="0"/>
      <dgm:spPr/>
    </dgm:pt>
    <dgm:pt modelId="{CEB726A8-21CA-4329-88C0-306F33436533}" type="pres">
      <dgm:prSet presAssocID="{33E85614-4B30-4FDF-8171-4DFF0D289E4B}" presName="node" presStyleLbl="node1" presStyleIdx="4" presStyleCnt="6">
        <dgm:presLayoutVars>
          <dgm:bulletEnabled val="1"/>
        </dgm:presLayoutVars>
      </dgm:prSet>
      <dgm:spPr/>
    </dgm:pt>
    <dgm:pt modelId="{D1511DC8-022F-47D1-B846-917B4977A25C}" type="pres">
      <dgm:prSet presAssocID="{61A3B659-278E-4F34-8D62-11E0C8C18007}" presName="sibTrans" presStyleCnt="0"/>
      <dgm:spPr/>
    </dgm:pt>
    <dgm:pt modelId="{C5FA0A5D-8FAB-4652-A27E-ADA4DF185466}" type="pres">
      <dgm:prSet presAssocID="{1AA90A8B-D7AA-4ADA-AFA6-52AAEAF42ABD}" presName="node" presStyleLbl="node1" presStyleIdx="5" presStyleCnt="6">
        <dgm:presLayoutVars>
          <dgm:bulletEnabled val="1"/>
        </dgm:presLayoutVars>
      </dgm:prSet>
      <dgm:spPr/>
    </dgm:pt>
  </dgm:ptLst>
  <dgm:cxnLst>
    <dgm:cxn modelId="{00D20941-DFD2-438E-9F92-044657FF09A7}" type="presOf" srcId="{33E85614-4B30-4FDF-8171-4DFF0D289E4B}" destId="{CEB726A8-21CA-4329-88C0-306F33436533}" srcOrd="0" destOrd="0" presId="urn:microsoft.com/office/officeart/2005/8/layout/default"/>
    <dgm:cxn modelId="{C4850142-6D91-412F-B17E-F2B2AC939543}" type="presOf" srcId="{0AC9FFC1-1971-4EDD-9E3E-E372511306B2}" destId="{F80A02A5-83BA-468A-98AF-EF688E81C35C}" srcOrd="0" destOrd="0" presId="urn:microsoft.com/office/officeart/2005/8/layout/default"/>
    <dgm:cxn modelId="{68034E65-8B28-495E-8CD8-F3339E2AB919}" srcId="{28CCAA27-4F57-4810-A45C-029C83311B85}" destId="{0AC9FFC1-1971-4EDD-9E3E-E372511306B2}" srcOrd="1" destOrd="0" parTransId="{A2692957-0C88-4AEE-9664-680FC9757D63}" sibTransId="{4369A706-F48B-46A3-A115-7D43E1771665}"/>
    <dgm:cxn modelId="{40A83F4B-A92C-43C5-B176-979071944719}" type="presOf" srcId="{7FD45C2E-548B-4522-88AA-24C014065A08}" destId="{D546C8BB-63B3-4B70-A0B4-BC9215CEDB5C}" srcOrd="0" destOrd="0" presId="urn:microsoft.com/office/officeart/2005/8/layout/default"/>
    <dgm:cxn modelId="{52777271-C2BD-482D-9C1B-3783B584A13A}" srcId="{28CCAA27-4F57-4810-A45C-029C83311B85}" destId="{33E85614-4B30-4FDF-8171-4DFF0D289E4B}" srcOrd="4" destOrd="0" parTransId="{08D884D6-3451-4721-A6AE-4A869803BB77}" sibTransId="{61A3B659-278E-4F34-8D62-11E0C8C18007}"/>
    <dgm:cxn modelId="{9A55C856-7CC2-43F2-87C5-C169D13B6259}" type="presOf" srcId="{1AA90A8B-D7AA-4ADA-AFA6-52AAEAF42ABD}" destId="{C5FA0A5D-8FAB-4652-A27E-ADA4DF185466}" srcOrd="0" destOrd="0" presId="urn:microsoft.com/office/officeart/2005/8/layout/default"/>
    <dgm:cxn modelId="{D15E8592-F829-4D85-8A9B-CCFBDA5589C9}" srcId="{28CCAA27-4F57-4810-A45C-029C83311B85}" destId="{90D0582D-083C-436A-B63C-C8311C7417B3}" srcOrd="0" destOrd="0" parTransId="{29E1E874-ADF3-4CD6-9DF1-C501B787CEEB}" sibTransId="{55176F79-9C53-4196-BD43-D5180DCDA228}"/>
    <dgm:cxn modelId="{22F2FD93-E44E-47FD-AFEB-B5DDA5ED60C7}" srcId="{28CCAA27-4F57-4810-A45C-029C83311B85}" destId="{1AA90A8B-D7AA-4ADA-AFA6-52AAEAF42ABD}" srcOrd="5" destOrd="0" parTransId="{1828998A-1FF8-45DD-94D0-80517A72BE42}" sibTransId="{C66390E5-522B-4226-B9D6-597A026C748E}"/>
    <dgm:cxn modelId="{F79D82AA-101D-4B72-A14B-0B54F0785ECB}" type="presOf" srcId="{D65AF00B-5CC1-4BE0-ABE8-D19A3DE16A19}" destId="{524A2BFF-6A62-4E9E-9BA3-5E301FD6104C}" srcOrd="0" destOrd="0" presId="urn:microsoft.com/office/officeart/2005/8/layout/default"/>
    <dgm:cxn modelId="{45F33CB4-0393-4279-8C61-7E97E5FA79ED}" type="presOf" srcId="{28CCAA27-4F57-4810-A45C-029C83311B85}" destId="{B9B08D4A-42E7-429C-BADD-9902AFCC81B3}" srcOrd="0" destOrd="0" presId="urn:microsoft.com/office/officeart/2005/8/layout/default"/>
    <dgm:cxn modelId="{629F81DE-6B28-46DB-8B02-64BA573842A2}" srcId="{28CCAA27-4F57-4810-A45C-029C83311B85}" destId="{D65AF00B-5CC1-4BE0-ABE8-D19A3DE16A19}" srcOrd="3" destOrd="0" parTransId="{43CC0BE6-FBB8-429A-8B9E-7855CD5F551B}" sibTransId="{79880991-F605-43D1-9E55-52707C8C24DD}"/>
    <dgm:cxn modelId="{98EC09E6-42F7-4131-81BD-064FB7AA9990}" type="presOf" srcId="{90D0582D-083C-436A-B63C-C8311C7417B3}" destId="{BDF05EC4-41A5-4DF8-B9A4-372DD59EFA4B}" srcOrd="0" destOrd="0" presId="urn:microsoft.com/office/officeart/2005/8/layout/default"/>
    <dgm:cxn modelId="{9B3D8CF2-8945-401C-A7EE-70A775A69C70}" srcId="{28CCAA27-4F57-4810-A45C-029C83311B85}" destId="{7FD45C2E-548B-4522-88AA-24C014065A08}" srcOrd="2" destOrd="0" parTransId="{52D275A2-954E-4D71-B9BA-EA77857B7E90}" sibTransId="{C461552E-31DA-4BE5-B975-CF8A3B223124}"/>
    <dgm:cxn modelId="{1E84408E-90C3-47EC-947C-F4C5D8765B3C}" type="presParOf" srcId="{B9B08D4A-42E7-429C-BADD-9902AFCC81B3}" destId="{BDF05EC4-41A5-4DF8-B9A4-372DD59EFA4B}" srcOrd="0" destOrd="0" presId="urn:microsoft.com/office/officeart/2005/8/layout/default"/>
    <dgm:cxn modelId="{D7632D0F-6C78-428E-9A1A-9DEA38B8654D}" type="presParOf" srcId="{B9B08D4A-42E7-429C-BADD-9902AFCC81B3}" destId="{935F8862-486A-45DA-80B2-FAEBE9EAF7B4}" srcOrd="1" destOrd="0" presId="urn:microsoft.com/office/officeart/2005/8/layout/default"/>
    <dgm:cxn modelId="{BB49F64E-05DC-4604-BCBE-B61CADF68F71}" type="presParOf" srcId="{B9B08D4A-42E7-429C-BADD-9902AFCC81B3}" destId="{F80A02A5-83BA-468A-98AF-EF688E81C35C}" srcOrd="2" destOrd="0" presId="urn:microsoft.com/office/officeart/2005/8/layout/default"/>
    <dgm:cxn modelId="{1BA25F22-D467-47DE-993B-942B55F44877}" type="presParOf" srcId="{B9B08D4A-42E7-429C-BADD-9902AFCC81B3}" destId="{979BA3F9-EF40-4D6E-9C6B-8FEA282351D0}" srcOrd="3" destOrd="0" presId="urn:microsoft.com/office/officeart/2005/8/layout/default"/>
    <dgm:cxn modelId="{15FCCCE1-9A06-4D94-8B56-730F6840E042}" type="presParOf" srcId="{B9B08D4A-42E7-429C-BADD-9902AFCC81B3}" destId="{D546C8BB-63B3-4B70-A0B4-BC9215CEDB5C}" srcOrd="4" destOrd="0" presId="urn:microsoft.com/office/officeart/2005/8/layout/default"/>
    <dgm:cxn modelId="{8EC31FBA-492E-41DF-AF77-1C50A823E64D}" type="presParOf" srcId="{B9B08D4A-42E7-429C-BADD-9902AFCC81B3}" destId="{40083CE9-73C7-42E2-AD80-8A87CBF7608D}" srcOrd="5" destOrd="0" presId="urn:microsoft.com/office/officeart/2005/8/layout/default"/>
    <dgm:cxn modelId="{93FD1D63-B9FF-4CF6-A278-0F200A1292E1}" type="presParOf" srcId="{B9B08D4A-42E7-429C-BADD-9902AFCC81B3}" destId="{524A2BFF-6A62-4E9E-9BA3-5E301FD6104C}" srcOrd="6" destOrd="0" presId="urn:microsoft.com/office/officeart/2005/8/layout/default"/>
    <dgm:cxn modelId="{69965162-E62A-4630-AE93-80AD6B8D32F9}" type="presParOf" srcId="{B9B08D4A-42E7-429C-BADD-9902AFCC81B3}" destId="{457A6882-830E-4723-A156-F96A42BDCCD4}" srcOrd="7" destOrd="0" presId="urn:microsoft.com/office/officeart/2005/8/layout/default"/>
    <dgm:cxn modelId="{8FF0A89B-A055-4767-8031-464B2B30F228}" type="presParOf" srcId="{B9B08D4A-42E7-429C-BADD-9902AFCC81B3}" destId="{CEB726A8-21CA-4329-88C0-306F33436533}" srcOrd="8" destOrd="0" presId="urn:microsoft.com/office/officeart/2005/8/layout/default"/>
    <dgm:cxn modelId="{7B26681C-7737-4C3E-8D1A-19A6641468FC}" type="presParOf" srcId="{B9B08D4A-42E7-429C-BADD-9902AFCC81B3}" destId="{D1511DC8-022F-47D1-B846-917B4977A25C}" srcOrd="9" destOrd="0" presId="urn:microsoft.com/office/officeart/2005/8/layout/default"/>
    <dgm:cxn modelId="{E5E02D52-E573-46A3-85AF-9C2BF6F0F8BE}" type="presParOf" srcId="{B9B08D4A-42E7-429C-BADD-9902AFCC81B3}" destId="{C5FA0A5D-8FAB-4652-A27E-ADA4DF185466}"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A73166-A9EE-4371-BBB3-42D6AD61FC16}" type="doc">
      <dgm:prSet loTypeId="urn:microsoft.com/office/officeart/2005/8/layout/vProcess5" loCatId="process" qsTypeId="urn:microsoft.com/office/officeart/2005/8/quickstyle/simple2" qsCatId="simple" csTypeId="urn:microsoft.com/office/officeart/2005/8/colors/accent1_2" csCatId="accent1" phldr="1"/>
      <dgm:spPr/>
      <dgm:t>
        <a:bodyPr/>
        <a:lstStyle/>
        <a:p>
          <a:endParaRPr lang="en-US"/>
        </a:p>
      </dgm:t>
    </dgm:pt>
    <dgm:pt modelId="{F484A4C7-CC6E-488E-AB46-76FDA823025B}">
      <dgm:prSet custT="1"/>
      <dgm:spPr/>
      <dgm:t>
        <a:bodyPr/>
        <a:lstStyle/>
        <a:p>
          <a:r>
            <a:rPr lang="en-US" sz="1400" dirty="0"/>
            <a:t>7. Grounds: Has decision-maker acted outside their jurisdiction and exceeded their power and breached a duty under an Act (narrow/simple ultra vires) – </a:t>
          </a:r>
          <a:r>
            <a:rPr lang="en-US" sz="1400" u="sng" dirty="0"/>
            <a:t>YOU ARE HERE</a:t>
          </a:r>
        </a:p>
      </dgm:t>
    </dgm:pt>
    <dgm:pt modelId="{2FEE2A24-B067-41F7-A02A-5E7CB95CF0E5}" type="parTrans" cxnId="{D00DF05B-1748-41F8-BCB2-DC46441EEBBA}">
      <dgm:prSet/>
      <dgm:spPr/>
      <dgm:t>
        <a:bodyPr/>
        <a:lstStyle/>
        <a:p>
          <a:endParaRPr lang="en-US"/>
        </a:p>
      </dgm:t>
    </dgm:pt>
    <dgm:pt modelId="{026D4EFF-6022-43A6-BB02-926FB21EC4A7}" type="sibTrans" cxnId="{D00DF05B-1748-41F8-BCB2-DC46441EEBBA}">
      <dgm:prSet/>
      <dgm:spPr/>
      <dgm:t>
        <a:bodyPr/>
        <a:lstStyle/>
        <a:p>
          <a:endParaRPr lang="en-US"/>
        </a:p>
      </dgm:t>
    </dgm:pt>
    <dgm:pt modelId="{1CCE54BB-E18E-4E59-BDE0-5397B4CBB93C}">
      <dgm:prSet/>
      <dgm:spPr/>
      <dgm:t>
        <a:bodyPr/>
        <a:lstStyle/>
        <a:p>
          <a:r>
            <a:rPr lang="en-US" sz="1000" dirty="0"/>
            <a:t>8. Grounds: Has decision-maker acted within their jurisdiction but exercised discretion incorrectly by abusing/failing to exercise their power (broad ultra vires)?</a:t>
          </a:r>
        </a:p>
      </dgm:t>
    </dgm:pt>
    <dgm:pt modelId="{E29A7211-2A44-4B5E-80AD-E696DEEE15C8}" type="parTrans" cxnId="{E526B570-71CA-4786-888C-0FC7F3158AEE}">
      <dgm:prSet/>
      <dgm:spPr/>
      <dgm:t>
        <a:bodyPr/>
        <a:lstStyle/>
        <a:p>
          <a:endParaRPr lang="en-US"/>
        </a:p>
      </dgm:t>
    </dgm:pt>
    <dgm:pt modelId="{444E3650-296A-4EF5-AEE4-ABFC58062455}" type="sibTrans" cxnId="{E526B570-71CA-4786-888C-0FC7F3158AEE}">
      <dgm:prSet/>
      <dgm:spPr/>
      <dgm:t>
        <a:bodyPr/>
        <a:lstStyle/>
        <a:p>
          <a:endParaRPr lang="en-US"/>
        </a:p>
      </dgm:t>
    </dgm:pt>
    <dgm:pt modelId="{FFFE5C75-0050-458B-8D7F-44E11A635A8A}">
      <dgm:prSet/>
      <dgm:spPr/>
      <dgm:t>
        <a:bodyPr/>
        <a:lstStyle/>
        <a:p>
          <a:r>
            <a:rPr lang="en-AU"/>
            <a:t>9. What is effect of the error – jurisdictional or non jurisdictional error, is the decision void or voidable?</a:t>
          </a:r>
          <a:endParaRPr lang="en-US"/>
        </a:p>
      </dgm:t>
    </dgm:pt>
    <dgm:pt modelId="{C83D3C25-98C3-48F1-8B36-6DB9691A53E5}" type="parTrans" cxnId="{F5F0D312-086A-461D-B350-1E58A848D1D6}">
      <dgm:prSet/>
      <dgm:spPr/>
      <dgm:t>
        <a:bodyPr/>
        <a:lstStyle/>
        <a:p>
          <a:endParaRPr lang="en-US"/>
        </a:p>
      </dgm:t>
    </dgm:pt>
    <dgm:pt modelId="{AB9E88F8-9285-4D1C-B77C-A4315C016054}" type="sibTrans" cxnId="{F5F0D312-086A-461D-B350-1E58A848D1D6}">
      <dgm:prSet/>
      <dgm:spPr/>
      <dgm:t>
        <a:bodyPr/>
        <a:lstStyle/>
        <a:p>
          <a:endParaRPr lang="en-US"/>
        </a:p>
      </dgm:t>
    </dgm:pt>
    <dgm:pt modelId="{6A969411-94ED-4914-AFF4-523BD68C89A1}">
      <dgm:prSet/>
      <dgm:spPr/>
      <dgm:t>
        <a:bodyPr/>
        <a:lstStyle/>
        <a:p>
          <a:r>
            <a:rPr lang="en-AU"/>
            <a:t>10. Review the remedies that can apply or are preferred – always discretionary (e.g. statutory remedies, prerogative writs, equitable relief -declaration or injunction)</a:t>
          </a:r>
          <a:endParaRPr lang="en-US"/>
        </a:p>
      </dgm:t>
    </dgm:pt>
    <dgm:pt modelId="{AB6F1247-BE2F-4514-A0AA-26E9EEE98AD0}" type="parTrans" cxnId="{A04C9C4C-A05B-4E55-A6F1-5C7F2A3BBB3D}">
      <dgm:prSet/>
      <dgm:spPr/>
      <dgm:t>
        <a:bodyPr/>
        <a:lstStyle/>
        <a:p>
          <a:endParaRPr lang="en-US"/>
        </a:p>
      </dgm:t>
    </dgm:pt>
    <dgm:pt modelId="{9ACE591B-CBE4-4207-AD05-7DA036D93E91}" type="sibTrans" cxnId="{A04C9C4C-A05B-4E55-A6F1-5C7F2A3BBB3D}">
      <dgm:prSet/>
      <dgm:spPr/>
      <dgm:t>
        <a:bodyPr/>
        <a:lstStyle/>
        <a:p>
          <a:endParaRPr lang="en-US"/>
        </a:p>
      </dgm:t>
    </dgm:pt>
    <dgm:pt modelId="{A0A53C2C-F4F7-4303-9B17-42EE8990C84D}" type="pres">
      <dgm:prSet presAssocID="{D1A73166-A9EE-4371-BBB3-42D6AD61FC16}" presName="outerComposite" presStyleCnt="0">
        <dgm:presLayoutVars>
          <dgm:chMax val="5"/>
          <dgm:dir/>
          <dgm:resizeHandles val="exact"/>
        </dgm:presLayoutVars>
      </dgm:prSet>
      <dgm:spPr/>
    </dgm:pt>
    <dgm:pt modelId="{D43C655E-747B-4961-BDBE-81AB1A65B517}" type="pres">
      <dgm:prSet presAssocID="{D1A73166-A9EE-4371-BBB3-42D6AD61FC16}" presName="dummyMaxCanvas" presStyleCnt="0">
        <dgm:presLayoutVars/>
      </dgm:prSet>
      <dgm:spPr/>
    </dgm:pt>
    <dgm:pt modelId="{85166DD8-BE8B-4934-ADF9-412B01FBE6A8}" type="pres">
      <dgm:prSet presAssocID="{D1A73166-A9EE-4371-BBB3-42D6AD61FC16}" presName="ThreeNodes_1" presStyleLbl="node1" presStyleIdx="0" presStyleCnt="3" custScaleY="124305">
        <dgm:presLayoutVars>
          <dgm:bulletEnabled val="1"/>
        </dgm:presLayoutVars>
      </dgm:prSet>
      <dgm:spPr/>
    </dgm:pt>
    <dgm:pt modelId="{64A82731-7FF1-46BE-A0EC-CA129EA1A4B3}" type="pres">
      <dgm:prSet presAssocID="{D1A73166-A9EE-4371-BBB3-42D6AD61FC16}" presName="ThreeNodes_2" presStyleLbl="node1" presStyleIdx="1" presStyleCnt="3">
        <dgm:presLayoutVars>
          <dgm:bulletEnabled val="1"/>
        </dgm:presLayoutVars>
      </dgm:prSet>
      <dgm:spPr/>
    </dgm:pt>
    <dgm:pt modelId="{0BB3E450-5B60-43CC-9C8F-C474F0E0A58C}" type="pres">
      <dgm:prSet presAssocID="{D1A73166-A9EE-4371-BBB3-42D6AD61FC16}" presName="ThreeNodes_3" presStyleLbl="node1" presStyleIdx="2" presStyleCnt="3">
        <dgm:presLayoutVars>
          <dgm:bulletEnabled val="1"/>
        </dgm:presLayoutVars>
      </dgm:prSet>
      <dgm:spPr/>
    </dgm:pt>
    <dgm:pt modelId="{0FD6F9E4-06EC-4480-B19A-308CE1FDA6CF}" type="pres">
      <dgm:prSet presAssocID="{D1A73166-A9EE-4371-BBB3-42D6AD61FC16}" presName="ThreeConn_1-2" presStyleLbl="fgAccFollowNode1" presStyleIdx="0" presStyleCnt="2">
        <dgm:presLayoutVars>
          <dgm:bulletEnabled val="1"/>
        </dgm:presLayoutVars>
      </dgm:prSet>
      <dgm:spPr/>
    </dgm:pt>
    <dgm:pt modelId="{B4D576D2-841D-4720-8033-FB2C365AAEA4}" type="pres">
      <dgm:prSet presAssocID="{D1A73166-A9EE-4371-BBB3-42D6AD61FC16}" presName="ThreeConn_2-3" presStyleLbl="fgAccFollowNode1" presStyleIdx="1" presStyleCnt="2">
        <dgm:presLayoutVars>
          <dgm:bulletEnabled val="1"/>
        </dgm:presLayoutVars>
      </dgm:prSet>
      <dgm:spPr/>
    </dgm:pt>
    <dgm:pt modelId="{4C607FD8-A24E-4823-BD69-F73C8C5E5788}" type="pres">
      <dgm:prSet presAssocID="{D1A73166-A9EE-4371-BBB3-42D6AD61FC16}" presName="ThreeNodes_1_text" presStyleLbl="node1" presStyleIdx="2" presStyleCnt="3">
        <dgm:presLayoutVars>
          <dgm:bulletEnabled val="1"/>
        </dgm:presLayoutVars>
      </dgm:prSet>
      <dgm:spPr/>
    </dgm:pt>
    <dgm:pt modelId="{79437D4C-591B-4780-BA7A-5489E1A5D23F}" type="pres">
      <dgm:prSet presAssocID="{D1A73166-A9EE-4371-BBB3-42D6AD61FC16}" presName="ThreeNodes_2_text" presStyleLbl="node1" presStyleIdx="2" presStyleCnt="3">
        <dgm:presLayoutVars>
          <dgm:bulletEnabled val="1"/>
        </dgm:presLayoutVars>
      </dgm:prSet>
      <dgm:spPr/>
    </dgm:pt>
    <dgm:pt modelId="{3147DA46-05D3-409C-BE2B-D62450E8FFE6}" type="pres">
      <dgm:prSet presAssocID="{D1A73166-A9EE-4371-BBB3-42D6AD61FC16}" presName="ThreeNodes_3_text" presStyleLbl="node1" presStyleIdx="2" presStyleCnt="3">
        <dgm:presLayoutVars>
          <dgm:bulletEnabled val="1"/>
        </dgm:presLayoutVars>
      </dgm:prSet>
      <dgm:spPr/>
    </dgm:pt>
  </dgm:ptLst>
  <dgm:cxnLst>
    <dgm:cxn modelId="{D8F6C306-5EAB-4EFB-92F0-D3B9DF168EB0}" type="presOf" srcId="{F484A4C7-CC6E-488E-AB46-76FDA823025B}" destId="{85166DD8-BE8B-4934-ADF9-412B01FBE6A8}" srcOrd="0" destOrd="0" presId="urn:microsoft.com/office/officeart/2005/8/layout/vProcess5"/>
    <dgm:cxn modelId="{AED9AC0A-E291-4AA6-8A02-675DBB436009}" type="presOf" srcId="{026D4EFF-6022-43A6-BB02-926FB21EC4A7}" destId="{0FD6F9E4-06EC-4480-B19A-308CE1FDA6CF}" srcOrd="0" destOrd="0" presId="urn:microsoft.com/office/officeart/2005/8/layout/vProcess5"/>
    <dgm:cxn modelId="{F5F0D312-086A-461D-B350-1E58A848D1D6}" srcId="{D1A73166-A9EE-4371-BBB3-42D6AD61FC16}" destId="{FFFE5C75-0050-458B-8D7F-44E11A635A8A}" srcOrd="1" destOrd="0" parTransId="{C83D3C25-98C3-48F1-8B36-6DB9691A53E5}" sibTransId="{AB9E88F8-9285-4D1C-B77C-A4315C016054}"/>
    <dgm:cxn modelId="{DD570017-1404-40C6-A78E-615EF850129A}" type="presOf" srcId="{1CCE54BB-E18E-4E59-BDE0-5397B4CBB93C}" destId="{4C607FD8-A24E-4823-BD69-F73C8C5E5788}" srcOrd="1" destOrd="1" presId="urn:microsoft.com/office/officeart/2005/8/layout/vProcess5"/>
    <dgm:cxn modelId="{D00DF05B-1748-41F8-BCB2-DC46441EEBBA}" srcId="{D1A73166-A9EE-4371-BBB3-42D6AD61FC16}" destId="{F484A4C7-CC6E-488E-AB46-76FDA823025B}" srcOrd="0" destOrd="0" parTransId="{2FEE2A24-B067-41F7-A02A-5E7CB95CF0E5}" sibTransId="{026D4EFF-6022-43A6-BB02-926FB21EC4A7}"/>
    <dgm:cxn modelId="{A04C9C4C-A05B-4E55-A6F1-5C7F2A3BBB3D}" srcId="{D1A73166-A9EE-4371-BBB3-42D6AD61FC16}" destId="{6A969411-94ED-4914-AFF4-523BD68C89A1}" srcOrd="2" destOrd="0" parTransId="{AB6F1247-BE2F-4514-A0AA-26E9EEE98AD0}" sibTransId="{9ACE591B-CBE4-4207-AD05-7DA036D93E91}"/>
    <dgm:cxn modelId="{346EC44E-F085-4B8D-B04E-56A64BB5E1C5}" type="presOf" srcId="{6A969411-94ED-4914-AFF4-523BD68C89A1}" destId="{3147DA46-05D3-409C-BE2B-D62450E8FFE6}" srcOrd="1" destOrd="0" presId="urn:microsoft.com/office/officeart/2005/8/layout/vProcess5"/>
    <dgm:cxn modelId="{B0D6926F-999C-49E8-89A3-9D6DD98E825D}" type="presOf" srcId="{1CCE54BB-E18E-4E59-BDE0-5397B4CBB93C}" destId="{85166DD8-BE8B-4934-ADF9-412B01FBE6A8}" srcOrd="0" destOrd="1" presId="urn:microsoft.com/office/officeart/2005/8/layout/vProcess5"/>
    <dgm:cxn modelId="{E526B570-71CA-4786-888C-0FC7F3158AEE}" srcId="{F484A4C7-CC6E-488E-AB46-76FDA823025B}" destId="{1CCE54BB-E18E-4E59-BDE0-5397B4CBB93C}" srcOrd="0" destOrd="0" parTransId="{E29A7211-2A44-4B5E-80AD-E696DEEE15C8}" sibTransId="{444E3650-296A-4EF5-AEE4-ABFC58062455}"/>
    <dgm:cxn modelId="{E5287856-6707-4728-8DB4-61B4F262CA8B}" type="presOf" srcId="{D1A73166-A9EE-4371-BBB3-42D6AD61FC16}" destId="{A0A53C2C-F4F7-4303-9B17-42EE8990C84D}" srcOrd="0" destOrd="0" presId="urn:microsoft.com/office/officeart/2005/8/layout/vProcess5"/>
    <dgm:cxn modelId="{9D217E7B-2B53-497A-9E68-C2A1D787BA9A}" type="presOf" srcId="{F484A4C7-CC6E-488E-AB46-76FDA823025B}" destId="{4C607FD8-A24E-4823-BD69-F73C8C5E5788}" srcOrd="1" destOrd="0" presId="urn:microsoft.com/office/officeart/2005/8/layout/vProcess5"/>
    <dgm:cxn modelId="{A0C8DB93-C1FA-4FC9-8680-300EB4287E1F}" type="presOf" srcId="{AB9E88F8-9285-4D1C-B77C-A4315C016054}" destId="{B4D576D2-841D-4720-8033-FB2C365AAEA4}" srcOrd="0" destOrd="0" presId="urn:microsoft.com/office/officeart/2005/8/layout/vProcess5"/>
    <dgm:cxn modelId="{B73C21AD-0EFA-495B-B2FA-619906330A2D}" type="presOf" srcId="{FFFE5C75-0050-458B-8D7F-44E11A635A8A}" destId="{79437D4C-591B-4780-BA7A-5489E1A5D23F}" srcOrd="1" destOrd="0" presId="urn:microsoft.com/office/officeart/2005/8/layout/vProcess5"/>
    <dgm:cxn modelId="{872E3AB5-8463-4891-8F8E-CB318D101240}" type="presOf" srcId="{FFFE5C75-0050-458B-8D7F-44E11A635A8A}" destId="{64A82731-7FF1-46BE-A0EC-CA129EA1A4B3}" srcOrd="0" destOrd="0" presId="urn:microsoft.com/office/officeart/2005/8/layout/vProcess5"/>
    <dgm:cxn modelId="{41E280D5-ED77-4A89-A938-E71AD25779D7}" type="presOf" srcId="{6A969411-94ED-4914-AFF4-523BD68C89A1}" destId="{0BB3E450-5B60-43CC-9C8F-C474F0E0A58C}" srcOrd="0" destOrd="0" presId="urn:microsoft.com/office/officeart/2005/8/layout/vProcess5"/>
    <dgm:cxn modelId="{CDA1B5A9-90B8-400D-BAC3-A3257E03D181}" type="presParOf" srcId="{A0A53C2C-F4F7-4303-9B17-42EE8990C84D}" destId="{D43C655E-747B-4961-BDBE-81AB1A65B517}" srcOrd="0" destOrd="0" presId="urn:microsoft.com/office/officeart/2005/8/layout/vProcess5"/>
    <dgm:cxn modelId="{3F2042C1-035D-4701-9860-028D9F36BE13}" type="presParOf" srcId="{A0A53C2C-F4F7-4303-9B17-42EE8990C84D}" destId="{85166DD8-BE8B-4934-ADF9-412B01FBE6A8}" srcOrd="1" destOrd="0" presId="urn:microsoft.com/office/officeart/2005/8/layout/vProcess5"/>
    <dgm:cxn modelId="{15EF4272-8C1B-4647-AD90-5311DA22472A}" type="presParOf" srcId="{A0A53C2C-F4F7-4303-9B17-42EE8990C84D}" destId="{64A82731-7FF1-46BE-A0EC-CA129EA1A4B3}" srcOrd="2" destOrd="0" presId="urn:microsoft.com/office/officeart/2005/8/layout/vProcess5"/>
    <dgm:cxn modelId="{73A51A6A-00AD-43A1-A72B-5524081753B7}" type="presParOf" srcId="{A0A53C2C-F4F7-4303-9B17-42EE8990C84D}" destId="{0BB3E450-5B60-43CC-9C8F-C474F0E0A58C}" srcOrd="3" destOrd="0" presId="urn:microsoft.com/office/officeart/2005/8/layout/vProcess5"/>
    <dgm:cxn modelId="{7F221058-3AF2-4F18-840E-97F8EA4ED8F4}" type="presParOf" srcId="{A0A53C2C-F4F7-4303-9B17-42EE8990C84D}" destId="{0FD6F9E4-06EC-4480-B19A-308CE1FDA6CF}" srcOrd="4" destOrd="0" presId="urn:microsoft.com/office/officeart/2005/8/layout/vProcess5"/>
    <dgm:cxn modelId="{B0F931DC-FF3C-49AE-A563-7F05F6DEC6FF}" type="presParOf" srcId="{A0A53C2C-F4F7-4303-9B17-42EE8990C84D}" destId="{B4D576D2-841D-4720-8033-FB2C365AAEA4}" srcOrd="5" destOrd="0" presId="urn:microsoft.com/office/officeart/2005/8/layout/vProcess5"/>
    <dgm:cxn modelId="{4E03C10B-566D-4410-B850-F8A2928B9CFD}" type="presParOf" srcId="{A0A53C2C-F4F7-4303-9B17-42EE8990C84D}" destId="{4C607FD8-A24E-4823-BD69-F73C8C5E5788}" srcOrd="6" destOrd="0" presId="urn:microsoft.com/office/officeart/2005/8/layout/vProcess5"/>
    <dgm:cxn modelId="{BE458CB7-1A60-47ED-A418-D94042E33C1E}" type="presParOf" srcId="{A0A53C2C-F4F7-4303-9B17-42EE8990C84D}" destId="{79437D4C-591B-4780-BA7A-5489E1A5D23F}" srcOrd="7" destOrd="0" presId="urn:microsoft.com/office/officeart/2005/8/layout/vProcess5"/>
    <dgm:cxn modelId="{120527EA-F716-4E6E-A2AA-B916F210B862}" type="presParOf" srcId="{A0A53C2C-F4F7-4303-9B17-42EE8990C84D}" destId="{3147DA46-05D3-409C-BE2B-D62450E8FFE6}"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7DA0EFD-0B18-4A32-9761-2FDBFD74867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470397F3-ABBC-4D78-8B6A-EC7C8FA2985E}">
      <dgm:prSet/>
      <dgm:spPr/>
      <dgm:t>
        <a:bodyPr/>
        <a:lstStyle/>
        <a:p>
          <a:r>
            <a:rPr lang="en-US" b="1" dirty="0"/>
            <a:t>Simple/narrow </a:t>
          </a:r>
          <a:r>
            <a:rPr lang="en-US" b="1" i="1" dirty="0"/>
            <a:t>substantial</a:t>
          </a:r>
          <a:r>
            <a:rPr lang="en-US" b="1" dirty="0"/>
            <a:t> UV (this lecture) </a:t>
          </a:r>
          <a:r>
            <a:rPr lang="en-US" dirty="0"/>
            <a:t>-look at the purpose of the statute or delegated legislation granting the power to see if it has been followed by the decision maker </a:t>
          </a:r>
        </a:p>
      </dgm:t>
    </dgm:pt>
    <dgm:pt modelId="{349632E2-39DB-4F2C-B45C-3090E72093A1}" type="parTrans" cxnId="{C5150BB1-253C-440A-8555-145711B0957D}">
      <dgm:prSet/>
      <dgm:spPr/>
      <dgm:t>
        <a:bodyPr/>
        <a:lstStyle/>
        <a:p>
          <a:endParaRPr lang="en-US"/>
        </a:p>
      </dgm:t>
    </dgm:pt>
    <dgm:pt modelId="{D86EFA9E-DC1E-4D2F-B0B2-3DBB764FE358}" type="sibTrans" cxnId="{C5150BB1-253C-440A-8555-145711B0957D}">
      <dgm:prSet/>
      <dgm:spPr/>
      <dgm:t>
        <a:bodyPr/>
        <a:lstStyle/>
        <a:p>
          <a:endParaRPr lang="en-US"/>
        </a:p>
      </dgm:t>
    </dgm:pt>
    <dgm:pt modelId="{A5DA4605-7797-4730-9783-726D9D779829}">
      <dgm:prSet/>
      <dgm:spPr/>
      <dgm:t>
        <a:bodyPr/>
        <a:lstStyle/>
        <a:p>
          <a:r>
            <a:rPr lang="en-US" b="1" dirty="0"/>
            <a:t>Simple/narrow </a:t>
          </a:r>
          <a:r>
            <a:rPr lang="en-US" b="1" i="1" dirty="0"/>
            <a:t>procedural</a:t>
          </a:r>
          <a:r>
            <a:rPr lang="en-US" b="1" dirty="0"/>
            <a:t> UV (this lecture) </a:t>
          </a:r>
          <a:r>
            <a:rPr lang="en-US" dirty="0"/>
            <a:t>-look at procedural requirements of the statute or delegated legislation to see if procedural pre-conditions have been followed by the decision maker </a:t>
          </a:r>
        </a:p>
      </dgm:t>
    </dgm:pt>
    <dgm:pt modelId="{34F1764A-F178-410A-88BC-F57FF0BC8FD8}" type="parTrans" cxnId="{5FFE273E-2FBD-421C-B373-D183B2F2DBFC}">
      <dgm:prSet/>
      <dgm:spPr/>
      <dgm:t>
        <a:bodyPr/>
        <a:lstStyle/>
        <a:p>
          <a:endParaRPr lang="en-US"/>
        </a:p>
      </dgm:t>
    </dgm:pt>
    <dgm:pt modelId="{D9331154-A098-4F1D-A7D3-2E942512AD51}" type="sibTrans" cxnId="{5FFE273E-2FBD-421C-B373-D183B2F2DBFC}">
      <dgm:prSet/>
      <dgm:spPr/>
      <dgm:t>
        <a:bodyPr/>
        <a:lstStyle/>
        <a:p>
          <a:endParaRPr lang="en-US"/>
        </a:p>
      </dgm:t>
    </dgm:pt>
    <dgm:pt modelId="{EE5E216A-4A5F-4B28-9611-C9EA8BBACD5A}">
      <dgm:prSet/>
      <dgm:spPr/>
      <dgm:t>
        <a:bodyPr/>
        <a:lstStyle/>
        <a:p>
          <a:r>
            <a:rPr lang="en-US" b="1" dirty="0"/>
            <a:t>Broad UV (next lecture) </a:t>
          </a:r>
          <a:r>
            <a:rPr lang="en-US" dirty="0"/>
            <a:t>-abuse of power or failure to exercise power looks to conduct/action or omissions of the decision maker when making a decision that is otherwise within their power (next few lectures)</a:t>
          </a:r>
        </a:p>
      </dgm:t>
    </dgm:pt>
    <dgm:pt modelId="{16D0FFAC-4E3B-4029-A252-D41A6942C06E}" type="parTrans" cxnId="{18DC83B7-7BDE-485D-B2E4-56B3D4A04196}">
      <dgm:prSet/>
      <dgm:spPr/>
      <dgm:t>
        <a:bodyPr/>
        <a:lstStyle/>
        <a:p>
          <a:endParaRPr lang="en-US"/>
        </a:p>
      </dgm:t>
    </dgm:pt>
    <dgm:pt modelId="{978156A2-5DBD-4161-9D05-564F1487F79F}" type="sibTrans" cxnId="{18DC83B7-7BDE-485D-B2E4-56B3D4A04196}">
      <dgm:prSet/>
      <dgm:spPr/>
      <dgm:t>
        <a:bodyPr/>
        <a:lstStyle/>
        <a:p>
          <a:endParaRPr lang="en-US"/>
        </a:p>
      </dgm:t>
    </dgm:pt>
    <dgm:pt modelId="{B091EA4E-126D-4046-80CF-66939F7DA3F5}" type="pres">
      <dgm:prSet presAssocID="{47DA0EFD-0B18-4A32-9761-2FDBFD74867C}" presName="root" presStyleCnt="0">
        <dgm:presLayoutVars>
          <dgm:dir/>
          <dgm:resizeHandles val="exact"/>
        </dgm:presLayoutVars>
      </dgm:prSet>
      <dgm:spPr/>
    </dgm:pt>
    <dgm:pt modelId="{A18AF7F1-B0A2-43E5-8A39-58D29F2BBDE1}" type="pres">
      <dgm:prSet presAssocID="{470397F3-ABBC-4D78-8B6A-EC7C8FA2985E}" presName="compNode" presStyleCnt="0"/>
      <dgm:spPr/>
    </dgm:pt>
    <dgm:pt modelId="{D2C50C13-8C36-49D0-A6EF-335E02627AF5}" type="pres">
      <dgm:prSet presAssocID="{470397F3-ABBC-4D78-8B6A-EC7C8FA2985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A75B9AFE-B12F-4253-BD5D-ED1DCCD10DC6}" type="pres">
      <dgm:prSet presAssocID="{470397F3-ABBC-4D78-8B6A-EC7C8FA2985E}" presName="spaceRect" presStyleCnt="0"/>
      <dgm:spPr/>
    </dgm:pt>
    <dgm:pt modelId="{94A5517B-3045-4942-8AA4-16E6321BB967}" type="pres">
      <dgm:prSet presAssocID="{470397F3-ABBC-4D78-8B6A-EC7C8FA2985E}" presName="textRect" presStyleLbl="revTx" presStyleIdx="0" presStyleCnt="3">
        <dgm:presLayoutVars>
          <dgm:chMax val="1"/>
          <dgm:chPref val="1"/>
        </dgm:presLayoutVars>
      </dgm:prSet>
      <dgm:spPr/>
    </dgm:pt>
    <dgm:pt modelId="{CAEB7E3F-6060-40D7-8FC8-171C1D917F0A}" type="pres">
      <dgm:prSet presAssocID="{D86EFA9E-DC1E-4D2F-B0B2-3DBB764FE358}" presName="sibTrans" presStyleCnt="0"/>
      <dgm:spPr/>
    </dgm:pt>
    <dgm:pt modelId="{1C46528B-8C89-4F16-AE4A-F30EA6D49310}" type="pres">
      <dgm:prSet presAssocID="{A5DA4605-7797-4730-9783-726D9D779829}" presName="compNode" presStyleCnt="0"/>
      <dgm:spPr/>
    </dgm:pt>
    <dgm:pt modelId="{10EC09C0-6F6F-4BB8-8677-92B0072D2E5E}" type="pres">
      <dgm:prSet presAssocID="{A5DA4605-7797-4730-9783-726D9D77982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n"/>
        </a:ext>
      </dgm:extLst>
    </dgm:pt>
    <dgm:pt modelId="{392DB664-F9CC-443F-85AC-A257B866EA78}" type="pres">
      <dgm:prSet presAssocID="{A5DA4605-7797-4730-9783-726D9D779829}" presName="spaceRect" presStyleCnt="0"/>
      <dgm:spPr/>
    </dgm:pt>
    <dgm:pt modelId="{448AF093-62C8-4B5D-9B1A-61EC689742B3}" type="pres">
      <dgm:prSet presAssocID="{A5DA4605-7797-4730-9783-726D9D779829}" presName="textRect" presStyleLbl="revTx" presStyleIdx="1" presStyleCnt="3">
        <dgm:presLayoutVars>
          <dgm:chMax val="1"/>
          <dgm:chPref val="1"/>
        </dgm:presLayoutVars>
      </dgm:prSet>
      <dgm:spPr/>
    </dgm:pt>
    <dgm:pt modelId="{8CA07995-FB4F-4BBA-B425-F08C4A602807}" type="pres">
      <dgm:prSet presAssocID="{D9331154-A098-4F1D-A7D3-2E942512AD51}" presName="sibTrans" presStyleCnt="0"/>
      <dgm:spPr/>
    </dgm:pt>
    <dgm:pt modelId="{441210C2-91F0-413E-A718-2F75A4C1B211}" type="pres">
      <dgm:prSet presAssocID="{EE5E216A-4A5F-4B28-9611-C9EA8BBACD5A}" presName="compNode" presStyleCnt="0"/>
      <dgm:spPr/>
    </dgm:pt>
    <dgm:pt modelId="{54170B09-4441-4C2E-8DF9-1048AB716185}" type="pres">
      <dgm:prSet presAssocID="{EE5E216A-4A5F-4B28-9611-C9EA8BBACD5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92B353DA-115C-48F5-A95E-BB5F56E7563D}" type="pres">
      <dgm:prSet presAssocID="{EE5E216A-4A5F-4B28-9611-C9EA8BBACD5A}" presName="spaceRect" presStyleCnt="0"/>
      <dgm:spPr/>
    </dgm:pt>
    <dgm:pt modelId="{EF34905B-5B34-4098-8BA0-CC4989070E37}" type="pres">
      <dgm:prSet presAssocID="{EE5E216A-4A5F-4B28-9611-C9EA8BBACD5A}" presName="textRect" presStyleLbl="revTx" presStyleIdx="2" presStyleCnt="3">
        <dgm:presLayoutVars>
          <dgm:chMax val="1"/>
          <dgm:chPref val="1"/>
        </dgm:presLayoutVars>
      </dgm:prSet>
      <dgm:spPr/>
    </dgm:pt>
  </dgm:ptLst>
  <dgm:cxnLst>
    <dgm:cxn modelId="{03E5A107-2291-4A75-A8FE-C59B886F7D35}" type="presOf" srcId="{EE5E216A-4A5F-4B28-9611-C9EA8BBACD5A}" destId="{EF34905B-5B34-4098-8BA0-CC4989070E37}" srcOrd="0" destOrd="0" presId="urn:microsoft.com/office/officeart/2018/2/layout/IconLabelList"/>
    <dgm:cxn modelId="{78F66B1C-975A-4E98-A66C-C300162F3194}" type="presOf" srcId="{A5DA4605-7797-4730-9783-726D9D779829}" destId="{448AF093-62C8-4B5D-9B1A-61EC689742B3}" srcOrd="0" destOrd="0" presId="urn:microsoft.com/office/officeart/2018/2/layout/IconLabelList"/>
    <dgm:cxn modelId="{5FFE273E-2FBD-421C-B373-D183B2F2DBFC}" srcId="{47DA0EFD-0B18-4A32-9761-2FDBFD74867C}" destId="{A5DA4605-7797-4730-9783-726D9D779829}" srcOrd="1" destOrd="0" parTransId="{34F1764A-F178-410A-88BC-F57FF0BC8FD8}" sibTransId="{D9331154-A098-4F1D-A7D3-2E942512AD51}"/>
    <dgm:cxn modelId="{D0EB088B-CC68-437E-8BA8-65E665C7C7E3}" type="presOf" srcId="{47DA0EFD-0B18-4A32-9761-2FDBFD74867C}" destId="{B091EA4E-126D-4046-80CF-66939F7DA3F5}" srcOrd="0" destOrd="0" presId="urn:microsoft.com/office/officeart/2018/2/layout/IconLabelList"/>
    <dgm:cxn modelId="{C5150BB1-253C-440A-8555-145711B0957D}" srcId="{47DA0EFD-0B18-4A32-9761-2FDBFD74867C}" destId="{470397F3-ABBC-4D78-8B6A-EC7C8FA2985E}" srcOrd="0" destOrd="0" parTransId="{349632E2-39DB-4F2C-B45C-3090E72093A1}" sibTransId="{D86EFA9E-DC1E-4D2F-B0B2-3DBB764FE358}"/>
    <dgm:cxn modelId="{18DC83B7-7BDE-485D-B2E4-56B3D4A04196}" srcId="{47DA0EFD-0B18-4A32-9761-2FDBFD74867C}" destId="{EE5E216A-4A5F-4B28-9611-C9EA8BBACD5A}" srcOrd="2" destOrd="0" parTransId="{16D0FFAC-4E3B-4029-A252-D41A6942C06E}" sibTransId="{978156A2-5DBD-4161-9D05-564F1487F79F}"/>
    <dgm:cxn modelId="{D0103DEB-A5A5-4CE9-A9AE-7255C63F27B4}" type="presOf" srcId="{470397F3-ABBC-4D78-8B6A-EC7C8FA2985E}" destId="{94A5517B-3045-4942-8AA4-16E6321BB967}" srcOrd="0" destOrd="0" presId="urn:microsoft.com/office/officeart/2018/2/layout/IconLabelList"/>
    <dgm:cxn modelId="{25E19317-BA67-4058-90CB-72DFFD98B265}" type="presParOf" srcId="{B091EA4E-126D-4046-80CF-66939F7DA3F5}" destId="{A18AF7F1-B0A2-43E5-8A39-58D29F2BBDE1}" srcOrd="0" destOrd="0" presId="urn:microsoft.com/office/officeart/2018/2/layout/IconLabelList"/>
    <dgm:cxn modelId="{13DF0A6C-DF7B-4973-9C86-A710877C259A}" type="presParOf" srcId="{A18AF7F1-B0A2-43E5-8A39-58D29F2BBDE1}" destId="{D2C50C13-8C36-49D0-A6EF-335E02627AF5}" srcOrd="0" destOrd="0" presId="urn:microsoft.com/office/officeart/2018/2/layout/IconLabelList"/>
    <dgm:cxn modelId="{C5F1B18B-C1CD-49DD-856A-C8A1123DAFFC}" type="presParOf" srcId="{A18AF7F1-B0A2-43E5-8A39-58D29F2BBDE1}" destId="{A75B9AFE-B12F-4253-BD5D-ED1DCCD10DC6}" srcOrd="1" destOrd="0" presId="urn:microsoft.com/office/officeart/2018/2/layout/IconLabelList"/>
    <dgm:cxn modelId="{AB4D712C-A771-49C5-B8DB-5F69C80D2FE9}" type="presParOf" srcId="{A18AF7F1-B0A2-43E5-8A39-58D29F2BBDE1}" destId="{94A5517B-3045-4942-8AA4-16E6321BB967}" srcOrd="2" destOrd="0" presId="urn:microsoft.com/office/officeart/2018/2/layout/IconLabelList"/>
    <dgm:cxn modelId="{D420BF30-9C08-4FAF-8DBC-CAA0C1D5F5F1}" type="presParOf" srcId="{B091EA4E-126D-4046-80CF-66939F7DA3F5}" destId="{CAEB7E3F-6060-40D7-8FC8-171C1D917F0A}" srcOrd="1" destOrd="0" presId="urn:microsoft.com/office/officeart/2018/2/layout/IconLabelList"/>
    <dgm:cxn modelId="{D8F7D685-CD88-4FED-A85D-49F28DD88DE4}" type="presParOf" srcId="{B091EA4E-126D-4046-80CF-66939F7DA3F5}" destId="{1C46528B-8C89-4F16-AE4A-F30EA6D49310}" srcOrd="2" destOrd="0" presId="urn:microsoft.com/office/officeart/2018/2/layout/IconLabelList"/>
    <dgm:cxn modelId="{6FFED79C-B9DC-4EF1-9161-28A231D5E9E4}" type="presParOf" srcId="{1C46528B-8C89-4F16-AE4A-F30EA6D49310}" destId="{10EC09C0-6F6F-4BB8-8677-92B0072D2E5E}" srcOrd="0" destOrd="0" presId="urn:microsoft.com/office/officeart/2018/2/layout/IconLabelList"/>
    <dgm:cxn modelId="{1AB4FEE4-3421-4FBA-86AF-D436E5E7891D}" type="presParOf" srcId="{1C46528B-8C89-4F16-AE4A-F30EA6D49310}" destId="{392DB664-F9CC-443F-85AC-A257B866EA78}" srcOrd="1" destOrd="0" presId="urn:microsoft.com/office/officeart/2018/2/layout/IconLabelList"/>
    <dgm:cxn modelId="{6CF2A15A-46B1-4009-A55F-738C5138F795}" type="presParOf" srcId="{1C46528B-8C89-4F16-AE4A-F30EA6D49310}" destId="{448AF093-62C8-4B5D-9B1A-61EC689742B3}" srcOrd="2" destOrd="0" presId="urn:microsoft.com/office/officeart/2018/2/layout/IconLabelList"/>
    <dgm:cxn modelId="{33F8CE6F-29F8-44EB-926A-012C7EE140A2}" type="presParOf" srcId="{B091EA4E-126D-4046-80CF-66939F7DA3F5}" destId="{8CA07995-FB4F-4BBA-B425-F08C4A602807}" srcOrd="3" destOrd="0" presId="urn:microsoft.com/office/officeart/2018/2/layout/IconLabelList"/>
    <dgm:cxn modelId="{484B2BF0-37CE-4EF0-B4F3-7996C4FE773F}" type="presParOf" srcId="{B091EA4E-126D-4046-80CF-66939F7DA3F5}" destId="{441210C2-91F0-413E-A718-2F75A4C1B211}" srcOrd="4" destOrd="0" presId="urn:microsoft.com/office/officeart/2018/2/layout/IconLabelList"/>
    <dgm:cxn modelId="{7D1A9F6B-85A1-4542-8DFB-5F62A1D23374}" type="presParOf" srcId="{441210C2-91F0-413E-A718-2F75A4C1B211}" destId="{54170B09-4441-4C2E-8DF9-1048AB716185}" srcOrd="0" destOrd="0" presId="urn:microsoft.com/office/officeart/2018/2/layout/IconLabelList"/>
    <dgm:cxn modelId="{E803107E-FC4E-4748-B24A-62FA4481BA6A}" type="presParOf" srcId="{441210C2-91F0-413E-A718-2F75A4C1B211}" destId="{92B353DA-115C-48F5-A95E-BB5F56E7563D}" srcOrd="1" destOrd="0" presId="urn:microsoft.com/office/officeart/2018/2/layout/IconLabelList"/>
    <dgm:cxn modelId="{C7FBF4E2-4D9D-421D-8607-6AC95D66470E}" type="presParOf" srcId="{441210C2-91F0-413E-A718-2F75A4C1B211}" destId="{EF34905B-5B34-4098-8BA0-CC4989070E3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A1002C-7A17-46F9-A43B-2D494B55E805}">
      <dsp:nvSpPr>
        <dsp:cNvPr id="0" name=""/>
        <dsp:cNvSpPr/>
      </dsp:nvSpPr>
      <dsp:spPr>
        <a:xfrm>
          <a:off x="0" y="4921"/>
          <a:ext cx="5423016" cy="325381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65732" tIns="278933" rIns="265732" bIns="278933" numCol="1" spcCol="1270" anchor="t" anchorCtr="0">
          <a:noAutofit/>
        </a:bodyPr>
        <a:lstStyle/>
        <a:p>
          <a:pPr marL="0" lvl="0" indent="0" algn="l" defTabSz="800100">
            <a:lnSpc>
              <a:spcPct val="90000"/>
            </a:lnSpc>
            <a:spcBef>
              <a:spcPct val="0"/>
            </a:spcBef>
            <a:spcAft>
              <a:spcPct val="35000"/>
            </a:spcAft>
            <a:buNone/>
          </a:pPr>
          <a:r>
            <a:rPr lang="en-US" sz="1800" kern="1200"/>
            <a:t>By the end of this lecture, you should be able to:</a:t>
          </a:r>
          <a:br>
            <a:rPr lang="en-US" sz="1800" kern="1200"/>
          </a:br>
          <a:endParaRPr lang="en-US" sz="1800" kern="1200"/>
        </a:p>
        <a:p>
          <a:pPr marL="114300" lvl="1" indent="-114300" algn="l" defTabSz="622300">
            <a:lnSpc>
              <a:spcPct val="90000"/>
            </a:lnSpc>
            <a:spcBef>
              <a:spcPct val="0"/>
            </a:spcBef>
            <a:spcAft>
              <a:spcPct val="15000"/>
            </a:spcAft>
            <a:buChar char="•"/>
          </a:pPr>
          <a:r>
            <a:rPr lang="en-US" sz="1400" kern="1200"/>
            <a:t>Define ultra vires (UV)</a:t>
          </a:r>
        </a:p>
        <a:p>
          <a:pPr marL="114300" lvl="1" indent="-114300" algn="l" defTabSz="622300">
            <a:lnSpc>
              <a:spcPct val="90000"/>
            </a:lnSpc>
            <a:spcBef>
              <a:spcPct val="0"/>
            </a:spcBef>
            <a:spcAft>
              <a:spcPct val="15000"/>
            </a:spcAft>
            <a:buChar char="•"/>
          </a:pPr>
          <a:r>
            <a:rPr lang="en-US" sz="1400" kern="1200"/>
            <a:t>Distinguish between </a:t>
          </a:r>
          <a:r>
            <a:rPr lang="en-US" sz="1400" i="1" kern="1200"/>
            <a:t>simple/narrow</a:t>
          </a:r>
          <a:r>
            <a:rPr lang="en-US" sz="1400" kern="1200"/>
            <a:t> UV and </a:t>
          </a:r>
          <a:r>
            <a:rPr lang="en-US" sz="1400" i="1" kern="1200"/>
            <a:t>broad</a:t>
          </a:r>
          <a:r>
            <a:rPr lang="en-US" sz="1400" kern="1200"/>
            <a:t> UV</a:t>
          </a:r>
        </a:p>
        <a:p>
          <a:pPr marL="114300" lvl="1" indent="-114300" algn="l" defTabSz="622300">
            <a:lnSpc>
              <a:spcPct val="90000"/>
            </a:lnSpc>
            <a:spcBef>
              <a:spcPct val="0"/>
            </a:spcBef>
            <a:spcAft>
              <a:spcPct val="15000"/>
            </a:spcAft>
            <a:buChar char="•"/>
          </a:pPr>
          <a:r>
            <a:rPr lang="en-US" sz="1400" kern="1200" dirty="0"/>
            <a:t>Understand the steps to be taken when determining that a decision is UV</a:t>
          </a:r>
        </a:p>
        <a:p>
          <a:pPr marL="114300" lvl="1" indent="-114300" algn="l" defTabSz="622300">
            <a:lnSpc>
              <a:spcPct val="90000"/>
            </a:lnSpc>
            <a:spcBef>
              <a:spcPct val="0"/>
            </a:spcBef>
            <a:spcAft>
              <a:spcPct val="15000"/>
            </a:spcAft>
            <a:buChar char="•"/>
          </a:pPr>
          <a:r>
            <a:rPr lang="en-US" sz="1400" kern="1200" dirty="0"/>
            <a:t>Distinguish between </a:t>
          </a:r>
          <a:r>
            <a:rPr lang="en-US" sz="1400" i="1" kern="1200" dirty="0"/>
            <a:t>substantive</a:t>
          </a:r>
          <a:r>
            <a:rPr lang="en-US" sz="1400" kern="1200" dirty="0"/>
            <a:t> and </a:t>
          </a:r>
          <a:r>
            <a:rPr lang="en-US" sz="1400" i="1" kern="1200" dirty="0"/>
            <a:t>procedural</a:t>
          </a:r>
          <a:r>
            <a:rPr lang="en-US" sz="1400" kern="1200" dirty="0"/>
            <a:t> simple/narrow ultra vires</a:t>
          </a:r>
        </a:p>
        <a:p>
          <a:pPr marL="114300" lvl="1" indent="-114300" algn="l" defTabSz="622300">
            <a:lnSpc>
              <a:spcPct val="90000"/>
            </a:lnSpc>
            <a:spcBef>
              <a:spcPct val="0"/>
            </a:spcBef>
            <a:spcAft>
              <a:spcPct val="15000"/>
            </a:spcAft>
            <a:buChar char="•"/>
          </a:pPr>
          <a:r>
            <a:rPr lang="en-US" sz="1400" kern="1200" dirty="0"/>
            <a:t>Know some relevant cases relating to substantive and procedural simple/narrow UV that relate to both legislative decisions (delegated legislation) and administrative decisions</a:t>
          </a:r>
        </a:p>
      </dsp:txBody>
      <dsp:txXfrm>
        <a:off x="0" y="4921"/>
        <a:ext cx="5423016" cy="3253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E84A4A-134D-47F0-A54B-478288D1EAE7}">
      <dsp:nvSpPr>
        <dsp:cNvPr id="0" name=""/>
        <dsp:cNvSpPr/>
      </dsp:nvSpPr>
      <dsp:spPr>
        <a:xfrm>
          <a:off x="432386" y="1279"/>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THRESHOLD ISSUES (previous lecture) include:</a:t>
          </a:r>
        </a:p>
      </dsp:txBody>
      <dsp:txXfrm>
        <a:off x="432386" y="1279"/>
        <a:ext cx="1631067" cy="978640"/>
      </dsp:txXfrm>
    </dsp:sp>
    <dsp:sp modelId="{B43CC223-BB74-4242-BF1C-D48C70BD689C}">
      <dsp:nvSpPr>
        <dsp:cNvPr id="0" name=""/>
        <dsp:cNvSpPr/>
      </dsp:nvSpPr>
      <dsp:spPr>
        <a:xfrm>
          <a:off x="2226561" y="1279"/>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Is body amenable to review?</a:t>
          </a:r>
        </a:p>
      </dsp:txBody>
      <dsp:txXfrm>
        <a:off x="2226561" y="1279"/>
        <a:ext cx="1631067" cy="978640"/>
      </dsp:txXfrm>
    </dsp:sp>
    <dsp:sp modelId="{117A71F2-E7C2-456A-8654-95ED5590645A}">
      <dsp:nvSpPr>
        <dsp:cNvPr id="0" name=""/>
        <dsp:cNvSpPr/>
      </dsp:nvSpPr>
      <dsp:spPr>
        <a:xfrm>
          <a:off x="4020736" y="1279"/>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What was decision/reasons/information relied on?</a:t>
          </a:r>
        </a:p>
      </dsp:txBody>
      <dsp:txXfrm>
        <a:off x="4020736" y="1279"/>
        <a:ext cx="1631067" cy="978640"/>
      </dsp:txXfrm>
    </dsp:sp>
    <dsp:sp modelId="{B74E66B1-AA5D-428E-BD38-8ACF6A9B4E47}">
      <dsp:nvSpPr>
        <dsp:cNvPr id="0" name=""/>
        <dsp:cNvSpPr/>
      </dsp:nvSpPr>
      <dsp:spPr>
        <a:xfrm>
          <a:off x="5814911" y="1279"/>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What authorized the decision (statute or prerogative power)?</a:t>
          </a:r>
        </a:p>
      </dsp:txBody>
      <dsp:txXfrm>
        <a:off x="5814911" y="1279"/>
        <a:ext cx="1631067" cy="978640"/>
      </dsp:txXfrm>
    </dsp:sp>
    <dsp:sp modelId="{75BE8089-F721-4F4A-BAA9-DEEB6FC17316}">
      <dsp:nvSpPr>
        <dsp:cNvPr id="0" name=""/>
        <dsp:cNvSpPr/>
      </dsp:nvSpPr>
      <dsp:spPr>
        <a:xfrm>
          <a:off x="432386" y="1143026"/>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Justiciability/ouster clauses (appropriateness of court to review matter)</a:t>
          </a:r>
        </a:p>
      </dsp:txBody>
      <dsp:txXfrm>
        <a:off x="432386" y="1143026"/>
        <a:ext cx="1631067" cy="978640"/>
      </dsp:txXfrm>
    </dsp:sp>
    <dsp:sp modelId="{1894E9B3-71D8-4D87-A24B-C04D1429532A}">
      <dsp:nvSpPr>
        <dsp:cNvPr id="0" name=""/>
        <dsp:cNvSpPr/>
      </dsp:nvSpPr>
      <dsp:spPr>
        <a:xfrm>
          <a:off x="2226561" y="1143026"/>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Standing</a:t>
          </a:r>
        </a:p>
      </dsp:txBody>
      <dsp:txXfrm>
        <a:off x="2226561" y="1143026"/>
        <a:ext cx="1631067" cy="978640"/>
      </dsp:txXfrm>
    </dsp:sp>
    <dsp:sp modelId="{A2FB5D9F-631E-4175-9A2A-E0E7616F1B59}">
      <dsp:nvSpPr>
        <dsp:cNvPr id="0" name=""/>
        <dsp:cNvSpPr/>
      </dsp:nvSpPr>
      <dsp:spPr>
        <a:xfrm>
          <a:off x="4020736" y="1143026"/>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Jurisdiction </a:t>
          </a:r>
        </a:p>
      </dsp:txBody>
      <dsp:txXfrm>
        <a:off x="4020736" y="1143026"/>
        <a:ext cx="1631067" cy="978640"/>
      </dsp:txXfrm>
    </dsp:sp>
    <dsp:sp modelId="{D707425D-DBA0-41BB-B84C-F2492F5CA0FC}">
      <dsp:nvSpPr>
        <dsp:cNvPr id="0" name=""/>
        <dsp:cNvSpPr/>
      </dsp:nvSpPr>
      <dsp:spPr>
        <a:xfrm>
          <a:off x="5814911" y="1143026"/>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2. GROUNDS OF REVIEW </a:t>
          </a:r>
        </a:p>
        <a:p>
          <a:pPr marL="57150" lvl="1" indent="-57150" algn="l" defTabSz="311150">
            <a:lnSpc>
              <a:spcPct val="90000"/>
            </a:lnSpc>
            <a:spcBef>
              <a:spcPct val="0"/>
            </a:spcBef>
            <a:spcAft>
              <a:spcPct val="15000"/>
            </a:spcAft>
            <a:buChar char="•"/>
          </a:pPr>
          <a:r>
            <a:rPr lang="en-US" sz="700" kern="1200"/>
            <a:t>Simple ultra vires (UV) (this lecture)</a:t>
          </a:r>
        </a:p>
        <a:p>
          <a:pPr marL="57150" lvl="1" indent="-57150" algn="l" defTabSz="311150">
            <a:lnSpc>
              <a:spcPct val="90000"/>
            </a:lnSpc>
            <a:spcBef>
              <a:spcPct val="0"/>
            </a:spcBef>
            <a:spcAft>
              <a:spcPct val="15000"/>
            </a:spcAft>
            <a:buChar char="•"/>
          </a:pPr>
          <a:r>
            <a:rPr lang="en-US" sz="700" kern="1200"/>
            <a:t>Broad ultra vires (UV) (next lecture)</a:t>
          </a:r>
        </a:p>
        <a:p>
          <a:pPr marL="57150" lvl="1" indent="-57150" algn="l" defTabSz="311150">
            <a:lnSpc>
              <a:spcPct val="90000"/>
            </a:lnSpc>
            <a:spcBef>
              <a:spcPct val="0"/>
            </a:spcBef>
            <a:spcAft>
              <a:spcPct val="15000"/>
            </a:spcAft>
            <a:buChar char="•"/>
          </a:pPr>
          <a:r>
            <a:rPr lang="en-US" sz="700" kern="1200"/>
            <a:t>Procedural fairness</a:t>
          </a:r>
        </a:p>
      </dsp:txBody>
      <dsp:txXfrm>
        <a:off x="5814911" y="1143026"/>
        <a:ext cx="1631067" cy="978640"/>
      </dsp:txXfrm>
    </dsp:sp>
    <dsp:sp modelId="{EA30584D-8A30-4753-AD7D-F77CB7C8357B}">
      <dsp:nvSpPr>
        <dsp:cNvPr id="0" name=""/>
        <dsp:cNvSpPr/>
      </dsp:nvSpPr>
      <dsp:spPr>
        <a:xfrm>
          <a:off x="3123649" y="2284774"/>
          <a:ext cx="1631067" cy="97864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3. REMEDIES (future lecture)</a:t>
          </a:r>
        </a:p>
      </dsp:txBody>
      <dsp:txXfrm>
        <a:off x="3123649" y="2284774"/>
        <a:ext cx="1631067" cy="9786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05EC4-41A5-4DF8-B9A4-372DD59EFA4B}">
      <dsp:nvSpPr>
        <dsp:cNvPr id="0" name=""/>
        <dsp:cNvSpPr/>
      </dsp:nvSpPr>
      <dsp:spPr>
        <a:xfrm>
          <a:off x="0" y="32053"/>
          <a:ext cx="2461989" cy="147719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Is Body amenable to Judicial Review (because of type of body it is or purpose)?</a:t>
          </a:r>
        </a:p>
      </dsp:txBody>
      <dsp:txXfrm>
        <a:off x="0" y="32053"/>
        <a:ext cx="2461989" cy="1477193"/>
      </dsp:txXfrm>
    </dsp:sp>
    <dsp:sp modelId="{F80A02A5-83BA-468A-98AF-EF688E81C35C}">
      <dsp:nvSpPr>
        <dsp:cNvPr id="0" name=""/>
        <dsp:cNvSpPr/>
      </dsp:nvSpPr>
      <dsp:spPr>
        <a:xfrm>
          <a:off x="2708188" y="32053"/>
          <a:ext cx="2461989" cy="147719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What was the decision that was made (including reasons and supporting information)?</a:t>
          </a:r>
        </a:p>
      </dsp:txBody>
      <dsp:txXfrm>
        <a:off x="2708188" y="32053"/>
        <a:ext cx="2461989" cy="1477193"/>
      </dsp:txXfrm>
    </dsp:sp>
    <dsp:sp modelId="{D546C8BB-63B3-4B70-A0B4-BC9215CEDB5C}">
      <dsp:nvSpPr>
        <dsp:cNvPr id="0" name=""/>
        <dsp:cNvSpPr/>
      </dsp:nvSpPr>
      <dsp:spPr>
        <a:xfrm>
          <a:off x="5416376" y="32053"/>
          <a:ext cx="2461989" cy="147719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a:t>3. What is the source of the decision making power (prerogative, statute or subordinate legislation) and is it State or Commonwealth?</a:t>
          </a:r>
          <a:endParaRPr lang="en-US" sz="1600" kern="1200"/>
        </a:p>
      </dsp:txBody>
      <dsp:txXfrm>
        <a:off x="5416376" y="32053"/>
        <a:ext cx="2461989" cy="1477193"/>
      </dsp:txXfrm>
    </dsp:sp>
    <dsp:sp modelId="{524A2BFF-6A62-4E9E-9BA3-5E301FD6104C}">
      <dsp:nvSpPr>
        <dsp:cNvPr id="0" name=""/>
        <dsp:cNvSpPr/>
      </dsp:nvSpPr>
      <dsp:spPr>
        <a:xfrm>
          <a:off x="0" y="1755446"/>
          <a:ext cx="2461989" cy="147719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a:t>4. Is it appropriate for the court to review the Decision (is it justiciable)? Ouster clauses?</a:t>
          </a:r>
          <a:endParaRPr lang="en-US" sz="1600" kern="1200"/>
        </a:p>
      </dsp:txBody>
      <dsp:txXfrm>
        <a:off x="0" y="1755446"/>
        <a:ext cx="2461989" cy="1477193"/>
      </dsp:txXfrm>
    </dsp:sp>
    <dsp:sp modelId="{CEB726A8-21CA-4329-88C0-306F33436533}">
      <dsp:nvSpPr>
        <dsp:cNvPr id="0" name=""/>
        <dsp:cNvSpPr/>
      </dsp:nvSpPr>
      <dsp:spPr>
        <a:xfrm>
          <a:off x="2708188" y="1755446"/>
          <a:ext cx="2461989" cy="147719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a:t>5. What is the court’s authority to decide (jurisdiction)?</a:t>
          </a:r>
          <a:endParaRPr lang="en-US" sz="1600" kern="1200"/>
        </a:p>
      </dsp:txBody>
      <dsp:txXfrm>
        <a:off x="2708188" y="1755446"/>
        <a:ext cx="2461989" cy="1477193"/>
      </dsp:txXfrm>
    </dsp:sp>
    <dsp:sp modelId="{C5FA0A5D-8FAB-4652-A27E-ADA4DF185466}">
      <dsp:nvSpPr>
        <dsp:cNvPr id="0" name=""/>
        <dsp:cNvSpPr/>
      </dsp:nvSpPr>
      <dsp:spPr>
        <a:xfrm>
          <a:off x="5416376" y="1755446"/>
          <a:ext cx="2461989" cy="147719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a:t>6. Does the applicant have standing to bring judicial review?</a:t>
          </a:r>
          <a:endParaRPr lang="en-US" sz="1600" kern="1200"/>
        </a:p>
      </dsp:txBody>
      <dsp:txXfrm>
        <a:off x="5416376" y="1755446"/>
        <a:ext cx="2461989" cy="14771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66DD8-BE8B-4934-ADF9-412B01FBE6A8}">
      <dsp:nvSpPr>
        <dsp:cNvPr id="0" name=""/>
        <dsp:cNvSpPr/>
      </dsp:nvSpPr>
      <dsp:spPr>
        <a:xfrm>
          <a:off x="0" y="-59511"/>
          <a:ext cx="6696611" cy="12174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7. Grounds: Has decision-maker acted outside their jurisdiction and exceeded their power and breached a duty under an Act (narrow/simple ultra vires) – </a:t>
          </a:r>
          <a:r>
            <a:rPr lang="en-US" sz="1400" u="sng" kern="1200" dirty="0"/>
            <a:t>YOU ARE HERE</a:t>
          </a:r>
        </a:p>
        <a:p>
          <a:pPr marL="57150" lvl="1" indent="-57150" algn="l" defTabSz="444500">
            <a:lnSpc>
              <a:spcPct val="90000"/>
            </a:lnSpc>
            <a:spcBef>
              <a:spcPct val="0"/>
            </a:spcBef>
            <a:spcAft>
              <a:spcPct val="15000"/>
            </a:spcAft>
            <a:buChar char="•"/>
          </a:pPr>
          <a:r>
            <a:rPr lang="en-US" sz="1000" kern="1200" dirty="0"/>
            <a:t>8. Grounds: Has decision-maker acted within their jurisdiction but exercised discretion incorrectly by abusing/failing to exercise their power (broad ultra vires)?</a:t>
          </a:r>
        </a:p>
      </dsp:txBody>
      <dsp:txXfrm>
        <a:off x="35658" y="-23853"/>
        <a:ext cx="5625809" cy="1146137"/>
      </dsp:txXfrm>
    </dsp:sp>
    <dsp:sp modelId="{64A82731-7FF1-46BE-A0EC-CA129EA1A4B3}">
      <dsp:nvSpPr>
        <dsp:cNvPr id="0" name=""/>
        <dsp:cNvSpPr/>
      </dsp:nvSpPr>
      <dsp:spPr>
        <a:xfrm>
          <a:off x="590877" y="1202154"/>
          <a:ext cx="6696611" cy="9794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9. What is effect of the error – jurisdictional or non jurisdictional error, is the decision void or voidable?</a:t>
          </a:r>
          <a:endParaRPr lang="en-US" sz="1600" kern="1200"/>
        </a:p>
      </dsp:txBody>
      <dsp:txXfrm>
        <a:off x="619563" y="1230840"/>
        <a:ext cx="5411746" cy="922036"/>
      </dsp:txXfrm>
    </dsp:sp>
    <dsp:sp modelId="{0BB3E450-5B60-43CC-9C8F-C474F0E0A58C}">
      <dsp:nvSpPr>
        <dsp:cNvPr id="0" name=""/>
        <dsp:cNvSpPr/>
      </dsp:nvSpPr>
      <dsp:spPr>
        <a:xfrm>
          <a:off x="1181754" y="2344797"/>
          <a:ext cx="6696611" cy="9794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AU" sz="1600" kern="1200"/>
            <a:t>10. Review the remedies that can apply or are preferred – always discretionary (e.g. statutory remedies, prerogative writs, equitable relief -declaration or injunction)</a:t>
          </a:r>
          <a:endParaRPr lang="en-US" sz="1600" kern="1200"/>
        </a:p>
      </dsp:txBody>
      <dsp:txXfrm>
        <a:off x="1210440" y="2373483"/>
        <a:ext cx="5411746" cy="922036"/>
      </dsp:txXfrm>
    </dsp:sp>
    <dsp:sp modelId="{0FD6F9E4-06EC-4480-B19A-308CE1FDA6CF}">
      <dsp:nvSpPr>
        <dsp:cNvPr id="0" name=""/>
        <dsp:cNvSpPr/>
      </dsp:nvSpPr>
      <dsp:spPr>
        <a:xfrm>
          <a:off x="6059995" y="802229"/>
          <a:ext cx="636615" cy="63661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203233" y="802229"/>
        <a:ext cx="350139" cy="479053"/>
      </dsp:txXfrm>
    </dsp:sp>
    <dsp:sp modelId="{B4D576D2-841D-4720-8033-FB2C365AAEA4}">
      <dsp:nvSpPr>
        <dsp:cNvPr id="0" name=""/>
        <dsp:cNvSpPr/>
      </dsp:nvSpPr>
      <dsp:spPr>
        <a:xfrm>
          <a:off x="6650873" y="1938342"/>
          <a:ext cx="636615" cy="63661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794111" y="1938342"/>
        <a:ext cx="350139" cy="4790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C50C13-8C36-49D0-A6EF-335E02627AF5}">
      <dsp:nvSpPr>
        <dsp:cNvPr id="0" name=""/>
        <dsp:cNvSpPr/>
      </dsp:nvSpPr>
      <dsp:spPr>
        <a:xfrm>
          <a:off x="887325" y="420444"/>
          <a:ext cx="980954" cy="9809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A5517B-3045-4942-8AA4-16E6321BB967}">
      <dsp:nvSpPr>
        <dsp:cNvPr id="0" name=""/>
        <dsp:cNvSpPr/>
      </dsp:nvSpPr>
      <dsp:spPr>
        <a:xfrm>
          <a:off x="287854" y="1764996"/>
          <a:ext cx="2179897" cy="1079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dirty="0"/>
            <a:t>Simple/narrow </a:t>
          </a:r>
          <a:r>
            <a:rPr lang="en-US" sz="1100" b="1" i="1" kern="1200" dirty="0"/>
            <a:t>substantial</a:t>
          </a:r>
          <a:r>
            <a:rPr lang="en-US" sz="1100" b="1" kern="1200" dirty="0"/>
            <a:t> UV (this lecture) </a:t>
          </a:r>
          <a:r>
            <a:rPr lang="en-US" sz="1100" kern="1200" dirty="0"/>
            <a:t>-look at the purpose of the statute or delegated legislation granting the power to see if it has been followed by the decision maker </a:t>
          </a:r>
        </a:p>
      </dsp:txBody>
      <dsp:txXfrm>
        <a:off x="287854" y="1764996"/>
        <a:ext cx="2179897" cy="1079252"/>
      </dsp:txXfrm>
    </dsp:sp>
    <dsp:sp modelId="{10EC09C0-6F6F-4BB8-8677-92B0072D2E5E}">
      <dsp:nvSpPr>
        <dsp:cNvPr id="0" name=""/>
        <dsp:cNvSpPr/>
      </dsp:nvSpPr>
      <dsp:spPr>
        <a:xfrm>
          <a:off x="3448705" y="420444"/>
          <a:ext cx="980954" cy="9809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8AF093-62C8-4B5D-9B1A-61EC689742B3}">
      <dsp:nvSpPr>
        <dsp:cNvPr id="0" name=""/>
        <dsp:cNvSpPr/>
      </dsp:nvSpPr>
      <dsp:spPr>
        <a:xfrm>
          <a:off x="2849234" y="1764996"/>
          <a:ext cx="2179897" cy="1079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dirty="0"/>
            <a:t>Simple/narrow </a:t>
          </a:r>
          <a:r>
            <a:rPr lang="en-US" sz="1100" b="1" i="1" kern="1200" dirty="0"/>
            <a:t>procedural</a:t>
          </a:r>
          <a:r>
            <a:rPr lang="en-US" sz="1100" b="1" kern="1200" dirty="0"/>
            <a:t> UV (this lecture) </a:t>
          </a:r>
          <a:r>
            <a:rPr lang="en-US" sz="1100" kern="1200" dirty="0"/>
            <a:t>-look at procedural requirements of the statute or delegated legislation to see if procedural pre-conditions have been followed by the decision maker </a:t>
          </a:r>
        </a:p>
      </dsp:txBody>
      <dsp:txXfrm>
        <a:off x="2849234" y="1764996"/>
        <a:ext cx="2179897" cy="1079252"/>
      </dsp:txXfrm>
    </dsp:sp>
    <dsp:sp modelId="{54170B09-4441-4C2E-8DF9-1048AB716185}">
      <dsp:nvSpPr>
        <dsp:cNvPr id="0" name=""/>
        <dsp:cNvSpPr/>
      </dsp:nvSpPr>
      <dsp:spPr>
        <a:xfrm>
          <a:off x="6010085" y="420444"/>
          <a:ext cx="980954" cy="9809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34905B-5B34-4098-8BA0-CC4989070E37}">
      <dsp:nvSpPr>
        <dsp:cNvPr id="0" name=""/>
        <dsp:cNvSpPr/>
      </dsp:nvSpPr>
      <dsp:spPr>
        <a:xfrm>
          <a:off x="5410614" y="1764996"/>
          <a:ext cx="2179897" cy="1079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dirty="0"/>
            <a:t>Broad UV (next lecture) </a:t>
          </a:r>
          <a:r>
            <a:rPr lang="en-US" sz="1100" kern="1200" dirty="0"/>
            <a:t>-abuse of power or failure to exercise power looks to conduct/action or omissions of the decision maker when making a decision that is otherwise within their power (next few lectures)</a:t>
          </a:r>
        </a:p>
      </dsp:txBody>
      <dsp:txXfrm>
        <a:off x="5410614" y="1764996"/>
        <a:ext cx="2179897" cy="1079252"/>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203B3-A0E4-0F4B-B1B6-74A4145EFC5A}" type="datetimeFigureOut">
              <a:rPr lang="en-US" smtClean="0"/>
              <a:t>4/9/2026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5BC3C-2385-1947-9105-333D8DF003CC}" type="slidenum">
              <a:rPr lang="en-US" smtClean="0"/>
              <a:t>‹#›</a:t>
            </a:fld>
            <a:endParaRPr lang="en-US"/>
          </a:p>
        </p:txBody>
      </p:sp>
    </p:spTree>
    <p:extLst>
      <p:ext uri="{BB962C8B-B14F-4D97-AF65-F5344CB8AC3E}">
        <p14:creationId xmlns:p14="http://schemas.microsoft.com/office/powerpoint/2010/main" val="136677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4E8-B235-5A4A-886D-94062B59BC60}"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98F4-E49E-0C4A-95A0-3D4224C6B109}" type="slidenum">
              <a:rPr lang="en-US" smtClean="0"/>
              <a:t>‹#›</a:t>
            </a:fld>
            <a:endParaRPr lang="en-US"/>
          </a:p>
        </p:txBody>
      </p:sp>
    </p:spTree>
    <p:extLst>
      <p:ext uri="{BB962C8B-B14F-4D97-AF65-F5344CB8AC3E}">
        <p14:creationId xmlns:p14="http://schemas.microsoft.com/office/powerpoint/2010/main" val="16959577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B8816-4975-20F3-20FC-77346C5D2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D6315-6926-4EC9-6D98-7582BCE26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8DFB8-5F6A-76F9-4AC5-D26E68565F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4356D-09B9-F5E4-4315-4CE780DBB5C7}"/>
              </a:ext>
            </a:extLst>
          </p:cNvPr>
          <p:cNvSpPr>
            <a:spLocks noGrp="1"/>
          </p:cNvSpPr>
          <p:nvPr>
            <p:ph type="sldNum" sz="quarter" idx="10"/>
          </p:nvPr>
        </p:nvSpPr>
        <p:spPr/>
        <p:txBody>
          <a:bodyPr/>
          <a:lstStyle/>
          <a:p>
            <a:fld id="{E1F598F4-E49E-0C4A-95A0-3D4224C6B109}" type="slidenum">
              <a:rPr lang="en-US" smtClean="0"/>
              <a:t>1</a:t>
            </a:fld>
            <a:endParaRPr lang="en-US"/>
          </a:p>
        </p:txBody>
      </p:sp>
    </p:spTree>
    <p:extLst>
      <p:ext uri="{BB962C8B-B14F-4D97-AF65-F5344CB8AC3E}">
        <p14:creationId xmlns:p14="http://schemas.microsoft.com/office/powerpoint/2010/main" val="2210588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2</a:t>
            </a:fld>
            <a:endParaRPr lang="en-US"/>
          </a:p>
        </p:txBody>
      </p:sp>
    </p:spTree>
    <p:extLst>
      <p:ext uri="{BB962C8B-B14F-4D97-AF65-F5344CB8AC3E}">
        <p14:creationId xmlns:p14="http://schemas.microsoft.com/office/powerpoint/2010/main" val="2833439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3</a:t>
            </a:fld>
            <a:endParaRPr lang="en-US"/>
          </a:p>
        </p:txBody>
      </p:sp>
    </p:spTree>
    <p:extLst>
      <p:ext uri="{BB962C8B-B14F-4D97-AF65-F5344CB8AC3E}">
        <p14:creationId xmlns:p14="http://schemas.microsoft.com/office/powerpoint/2010/main" val="3508524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4</a:t>
            </a:fld>
            <a:endParaRPr lang="en-US"/>
          </a:p>
        </p:txBody>
      </p:sp>
    </p:spTree>
    <p:extLst>
      <p:ext uri="{BB962C8B-B14F-4D97-AF65-F5344CB8AC3E}">
        <p14:creationId xmlns:p14="http://schemas.microsoft.com/office/powerpoint/2010/main" val="3912717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5</a:t>
            </a:fld>
            <a:endParaRPr lang="en-US"/>
          </a:p>
        </p:txBody>
      </p:sp>
    </p:spTree>
    <p:extLst>
      <p:ext uri="{BB962C8B-B14F-4D97-AF65-F5344CB8AC3E}">
        <p14:creationId xmlns:p14="http://schemas.microsoft.com/office/powerpoint/2010/main" val="440231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6</a:t>
            </a:fld>
            <a:endParaRPr lang="en-US"/>
          </a:p>
        </p:txBody>
      </p:sp>
    </p:spTree>
    <p:extLst>
      <p:ext uri="{BB962C8B-B14F-4D97-AF65-F5344CB8AC3E}">
        <p14:creationId xmlns:p14="http://schemas.microsoft.com/office/powerpoint/2010/main" val="2545684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7</a:t>
            </a:fld>
            <a:endParaRPr lang="en-US"/>
          </a:p>
        </p:txBody>
      </p:sp>
    </p:spTree>
    <p:extLst>
      <p:ext uri="{BB962C8B-B14F-4D97-AF65-F5344CB8AC3E}">
        <p14:creationId xmlns:p14="http://schemas.microsoft.com/office/powerpoint/2010/main" val="3207529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A664F-C8AF-6254-EE1D-E8E1B26F8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1E011D-168D-FB8B-7F3B-E14F6A6CD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04A1C-D109-546C-EE57-53B013C44D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4E1EAE-D3D5-E199-4250-80610B60930B}"/>
              </a:ext>
            </a:extLst>
          </p:cNvPr>
          <p:cNvSpPr>
            <a:spLocks noGrp="1"/>
          </p:cNvSpPr>
          <p:nvPr>
            <p:ph type="sldNum" sz="quarter" idx="10"/>
          </p:nvPr>
        </p:nvSpPr>
        <p:spPr/>
        <p:txBody>
          <a:bodyPr/>
          <a:lstStyle/>
          <a:p>
            <a:fld id="{E1F598F4-E49E-0C4A-95A0-3D4224C6B109}" type="slidenum">
              <a:rPr lang="en-US" smtClean="0"/>
              <a:t>8</a:t>
            </a:fld>
            <a:endParaRPr lang="en-US"/>
          </a:p>
        </p:txBody>
      </p:sp>
    </p:spTree>
    <p:extLst>
      <p:ext uri="{BB962C8B-B14F-4D97-AF65-F5344CB8AC3E}">
        <p14:creationId xmlns:p14="http://schemas.microsoft.com/office/powerpoint/2010/main" val="509619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4A15E-3461-4FE3-C446-D79D60642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93EEDB-367F-70D5-CBBB-4429EF239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F86F1-AD24-0D5A-1A4C-8E9052C038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141D90-78FA-528B-F019-66BB6AD251E6}"/>
              </a:ext>
            </a:extLst>
          </p:cNvPr>
          <p:cNvSpPr>
            <a:spLocks noGrp="1"/>
          </p:cNvSpPr>
          <p:nvPr>
            <p:ph type="sldNum" sz="quarter" idx="10"/>
          </p:nvPr>
        </p:nvSpPr>
        <p:spPr/>
        <p:txBody>
          <a:bodyPr/>
          <a:lstStyle/>
          <a:p>
            <a:fld id="{E1F598F4-E49E-0C4A-95A0-3D4224C6B109}" type="slidenum">
              <a:rPr lang="en-US" smtClean="0"/>
              <a:t>9</a:t>
            </a:fld>
            <a:endParaRPr lang="en-US"/>
          </a:p>
        </p:txBody>
      </p:sp>
    </p:spTree>
    <p:extLst>
      <p:ext uri="{BB962C8B-B14F-4D97-AF65-F5344CB8AC3E}">
        <p14:creationId xmlns:p14="http://schemas.microsoft.com/office/powerpoint/2010/main" val="2838802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01C7E-7425-996E-CB8A-5840BC4B8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19186-CAFD-C588-BAA7-11EA557DE9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BAD61-7682-A220-704B-EB5999035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B65B5-9882-8C81-C7DF-30047310AC88}"/>
              </a:ext>
            </a:extLst>
          </p:cNvPr>
          <p:cNvSpPr>
            <a:spLocks noGrp="1"/>
          </p:cNvSpPr>
          <p:nvPr>
            <p:ph type="sldNum" sz="quarter" idx="10"/>
          </p:nvPr>
        </p:nvSpPr>
        <p:spPr/>
        <p:txBody>
          <a:bodyPr/>
          <a:lstStyle/>
          <a:p>
            <a:fld id="{E1F598F4-E49E-0C4A-95A0-3D4224C6B109}" type="slidenum">
              <a:rPr lang="en-US" smtClean="0"/>
              <a:t>10</a:t>
            </a:fld>
            <a:endParaRPr lang="en-US"/>
          </a:p>
        </p:txBody>
      </p:sp>
    </p:spTree>
    <p:extLst>
      <p:ext uri="{BB962C8B-B14F-4D97-AF65-F5344CB8AC3E}">
        <p14:creationId xmlns:p14="http://schemas.microsoft.com/office/powerpoint/2010/main" val="11564274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11</a:t>
            </a:fld>
            <a:endParaRPr lang="en-US"/>
          </a:p>
        </p:txBody>
      </p:sp>
    </p:spTree>
    <p:extLst>
      <p:ext uri="{BB962C8B-B14F-4D97-AF65-F5344CB8AC3E}">
        <p14:creationId xmlns:p14="http://schemas.microsoft.com/office/powerpoint/2010/main" val="1984898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EF0B3-9BA5-C20C-38A5-ADCAB8740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8242E-28BF-B351-B199-ABCEDA8B2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7EDE9-DEB2-4B39-0B06-49BB22AE77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FB9C54-08FB-C7AA-C7B3-9B608006D7DD}"/>
              </a:ext>
            </a:extLst>
          </p:cNvPr>
          <p:cNvSpPr>
            <a:spLocks noGrp="1"/>
          </p:cNvSpPr>
          <p:nvPr>
            <p:ph type="sldNum" sz="quarter" idx="10"/>
          </p:nvPr>
        </p:nvSpPr>
        <p:spPr/>
        <p:txBody>
          <a:bodyPr/>
          <a:lstStyle/>
          <a:p>
            <a:fld id="{E1F598F4-E49E-0C4A-95A0-3D4224C6B109}" type="slidenum">
              <a:rPr lang="en-US" smtClean="0"/>
              <a:t>12</a:t>
            </a:fld>
            <a:endParaRPr lang="en-US"/>
          </a:p>
        </p:txBody>
      </p:sp>
    </p:spTree>
    <p:extLst>
      <p:ext uri="{BB962C8B-B14F-4D97-AF65-F5344CB8AC3E}">
        <p14:creationId xmlns:p14="http://schemas.microsoft.com/office/powerpoint/2010/main" val="1536861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13</a:t>
            </a:fld>
            <a:endParaRPr lang="en-US"/>
          </a:p>
        </p:txBody>
      </p:sp>
    </p:spTree>
    <p:extLst>
      <p:ext uri="{BB962C8B-B14F-4D97-AF65-F5344CB8AC3E}">
        <p14:creationId xmlns:p14="http://schemas.microsoft.com/office/powerpoint/2010/main" val="2711003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14</a:t>
            </a:fld>
            <a:endParaRPr lang="en-US"/>
          </a:p>
        </p:txBody>
      </p:sp>
    </p:spTree>
    <p:extLst>
      <p:ext uri="{BB962C8B-B14F-4D97-AF65-F5344CB8AC3E}">
        <p14:creationId xmlns:p14="http://schemas.microsoft.com/office/powerpoint/2010/main" val="2273287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15</a:t>
            </a:fld>
            <a:endParaRPr lang="en-US"/>
          </a:p>
        </p:txBody>
      </p:sp>
    </p:spTree>
    <p:extLst>
      <p:ext uri="{BB962C8B-B14F-4D97-AF65-F5344CB8AC3E}">
        <p14:creationId xmlns:p14="http://schemas.microsoft.com/office/powerpoint/2010/main" val="1228967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16</a:t>
            </a:fld>
            <a:endParaRPr lang="en-US"/>
          </a:p>
        </p:txBody>
      </p:sp>
    </p:spTree>
    <p:extLst>
      <p:ext uri="{BB962C8B-B14F-4D97-AF65-F5344CB8AC3E}">
        <p14:creationId xmlns:p14="http://schemas.microsoft.com/office/powerpoint/2010/main" val="3180126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17</a:t>
            </a:fld>
            <a:endParaRPr lang="en-US"/>
          </a:p>
        </p:txBody>
      </p:sp>
    </p:spTree>
    <p:extLst>
      <p:ext uri="{BB962C8B-B14F-4D97-AF65-F5344CB8AC3E}">
        <p14:creationId xmlns:p14="http://schemas.microsoft.com/office/powerpoint/2010/main" val="14618010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5DF8-B79C-561D-43A1-B81A5D991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10FE2-D81B-8AB5-C740-4AF348A3B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2B3F5-9473-F73D-05E9-236B1A9AFD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044D8C-2435-1B9A-E6DD-D36A4D42FE5F}"/>
              </a:ext>
            </a:extLst>
          </p:cNvPr>
          <p:cNvSpPr>
            <a:spLocks noGrp="1"/>
          </p:cNvSpPr>
          <p:nvPr>
            <p:ph type="sldNum" sz="quarter" idx="10"/>
          </p:nvPr>
        </p:nvSpPr>
        <p:spPr/>
        <p:txBody>
          <a:bodyPr/>
          <a:lstStyle/>
          <a:p>
            <a:fld id="{E1F598F4-E49E-0C4A-95A0-3D4224C6B109}" type="slidenum">
              <a:rPr lang="en-US" smtClean="0"/>
              <a:t>18</a:t>
            </a:fld>
            <a:endParaRPr lang="en-US"/>
          </a:p>
        </p:txBody>
      </p:sp>
    </p:spTree>
    <p:extLst>
      <p:ext uri="{BB962C8B-B14F-4D97-AF65-F5344CB8AC3E}">
        <p14:creationId xmlns:p14="http://schemas.microsoft.com/office/powerpoint/2010/main" val="1800407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D9A1E-5C1F-A1ED-7C3E-C96008A79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734DF-4C28-C8F4-49B4-ABF1FF1D6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943F4-9780-25A6-1E54-6571228B0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693046-9EFD-7066-1873-83C5F61E098F}"/>
              </a:ext>
            </a:extLst>
          </p:cNvPr>
          <p:cNvSpPr>
            <a:spLocks noGrp="1"/>
          </p:cNvSpPr>
          <p:nvPr>
            <p:ph type="sldNum" sz="quarter" idx="10"/>
          </p:nvPr>
        </p:nvSpPr>
        <p:spPr/>
        <p:txBody>
          <a:bodyPr/>
          <a:lstStyle/>
          <a:p>
            <a:fld id="{E1F598F4-E49E-0C4A-95A0-3D4224C6B109}" type="slidenum">
              <a:rPr lang="en-US" smtClean="0"/>
              <a:t>19</a:t>
            </a:fld>
            <a:endParaRPr lang="en-US"/>
          </a:p>
        </p:txBody>
      </p:sp>
    </p:spTree>
    <p:extLst>
      <p:ext uri="{BB962C8B-B14F-4D97-AF65-F5344CB8AC3E}">
        <p14:creationId xmlns:p14="http://schemas.microsoft.com/office/powerpoint/2010/main" val="20502568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20</a:t>
            </a:fld>
            <a:endParaRPr lang="en-US"/>
          </a:p>
        </p:txBody>
      </p:sp>
    </p:spTree>
    <p:extLst>
      <p:ext uri="{BB962C8B-B14F-4D97-AF65-F5344CB8AC3E}">
        <p14:creationId xmlns:p14="http://schemas.microsoft.com/office/powerpoint/2010/main" val="2504350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21</a:t>
            </a:fld>
            <a:endParaRPr lang="en-US"/>
          </a:p>
        </p:txBody>
      </p:sp>
    </p:spTree>
    <p:extLst>
      <p:ext uri="{BB962C8B-B14F-4D97-AF65-F5344CB8AC3E}">
        <p14:creationId xmlns:p14="http://schemas.microsoft.com/office/powerpoint/2010/main" val="3128319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22</a:t>
            </a:fld>
            <a:endParaRPr lang="en-US"/>
          </a:p>
        </p:txBody>
      </p:sp>
    </p:spTree>
    <p:extLst>
      <p:ext uri="{BB962C8B-B14F-4D97-AF65-F5344CB8AC3E}">
        <p14:creationId xmlns:p14="http://schemas.microsoft.com/office/powerpoint/2010/main" val="2123565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23</a:t>
            </a:fld>
            <a:endParaRPr lang="en-US"/>
          </a:p>
        </p:txBody>
      </p:sp>
    </p:spTree>
    <p:extLst>
      <p:ext uri="{BB962C8B-B14F-4D97-AF65-F5344CB8AC3E}">
        <p14:creationId xmlns:p14="http://schemas.microsoft.com/office/powerpoint/2010/main" val="33937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F923E-3ADF-6210-2C0A-077A83A93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B728D-8C91-1159-9647-8237D66F2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599F3E-6B79-989B-615B-21346F6A32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6A0300-D9A0-98B9-6CB5-52B871A20FE4}"/>
              </a:ext>
            </a:extLst>
          </p:cNvPr>
          <p:cNvSpPr>
            <a:spLocks noGrp="1"/>
          </p:cNvSpPr>
          <p:nvPr>
            <p:ph type="sldNum" sz="quarter" idx="10"/>
          </p:nvPr>
        </p:nvSpPr>
        <p:spPr/>
        <p:txBody>
          <a:bodyPr/>
          <a:lstStyle/>
          <a:p>
            <a:fld id="{E1F598F4-E49E-0C4A-95A0-3D4224C6B109}" type="slidenum">
              <a:rPr lang="en-US" smtClean="0"/>
              <a:t>24</a:t>
            </a:fld>
            <a:endParaRPr lang="en-US"/>
          </a:p>
        </p:txBody>
      </p:sp>
    </p:spTree>
    <p:extLst>
      <p:ext uri="{BB962C8B-B14F-4D97-AF65-F5344CB8AC3E}">
        <p14:creationId xmlns:p14="http://schemas.microsoft.com/office/powerpoint/2010/main" val="2574917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AC154-519C-9A44-AF64-92D920649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32A76-3CFC-9CAD-2A69-1AA5D75B2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AF66FD-6103-8D89-A45B-FE34E74945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989FB8-122B-1FF2-E9F2-28F9E211C98D}"/>
              </a:ext>
            </a:extLst>
          </p:cNvPr>
          <p:cNvSpPr>
            <a:spLocks noGrp="1"/>
          </p:cNvSpPr>
          <p:nvPr>
            <p:ph type="sldNum" sz="quarter" idx="10"/>
          </p:nvPr>
        </p:nvSpPr>
        <p:spPr/>
        <p:txBody>
          <a:bodyPr/>
          <a:lstStyle/>
          <a:p>
            <a:fld id="{E1F598F4-E49E-0C4A-95A0-3D4224C6B109}" type="slidenum">
              <a:rPr lang="en-US" smtClean="0"/>
              <a:t>25</a:t>
            </a:fld>
            <a:endParaRPr lang="en-US"/>
          </a:p>
        </p:txBody>
      </p:sp>
    </p:spTree>
    <p:extLst>
      <p:ext uri="{BB962C8B-B14F-4D97-AF65-F5344CB8AC3E}">
        <p14:creationId xmlns:p14="http://schemas.microsoft.com/office/powerpoint/2010/main" val="22258892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9ABA-75DF-A311-7964-B7B42D273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A565E-F57E-35A0-C56D-41A99AA8B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B08E7-67E7-13E9-3EB3-A75FC94E84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92424-1FA4-B92B-12FE-64C8CD71E543}"/>
              </a:ext>
            </a:extLst>
          </p:cNvPr>
          <p:cNvSpPr>
            <a:spLocks noGrp="1"/>
          </p:cNvSpPr>
          <p:nvPr>
            <p:ph type="sldNum" sz="quarter" idx="10"/>
          </p:nvPr>
        </p:nvSpPr>
        <p:spPr/>
        <p:txBody>
          <a:bodyPr/>
          <a:lstStyle/>
          <a:p>
            <a:fld id="{E1F598F4-E49E-0C4A-95A0-3D4224C6B109}" type="slidenum">
              <a:rPr lang="en-US" smtClean="0"/>
              <a:t>26</a:t>
            </a:fld>
            <a:endParaRPr lang="en-US"/>
          </a:p>
        </p:txBody>
      </p:sp>
    </p:spTree>
    <p:extLst>
      <p:ext uri="{BB962C8B-B14F-4D97-AF65-F5344CB8AC3E}">
        <p14:creationId xmlns:p14="http://schemas.microsoft.com/office/powerpoint/2010/main" val="27210984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01">
    <p:spTree>
      <p:nvGrpSpPr>
        <p:cNvPr id="1" name=""/>
        <p:cNvGrpSpPr/>
        <p:nvPr/>
      </p:nvGrpSpPr>
      <p:grpSpPr>
        <a:xfrm>
          <a:off x="0" y="0"/>
          <a:ext cx="0" cy="0"/>
          <a:chOff x="0" y="0"/>
          <a:chExt cx="0" cy="0"/>
        </a:xfrm>
      </p:grpSpPr>
      <p:pic>
        <p:nvPicPr>
          <p:cNvPr id="7" name="Picture 6" descr="A green and black background&#10;&#10;AI-generated content may be incorrect.">
            <a:extLst>
              <a:ext uri="{FF2B5EF4-FFF2-40B4-BE49-F238E27FC236}">
                <a16:creationId xmlns:a16="http://schemas.microsoft.com/office/drawing/2014/main" id="{F7BDA884-008B-3691-F3A3-5783096434C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
            <a:ext cx="9144000" cy="5143500"/>
          </a:xfrm>
          <a:prstGeom prst="rect">
            <a:avLst/>
          </a:prstGeom>
        </p:spPr>
      </p:pic>
      <p:sp>
        <p:nvSpPr>
          <p:cNvPr id="13" name="Title 1">
            <a:extLst>
              <a:ext uri="{FF2B5EF4-FFF2-40B4-BE49-F238E27FC236}">
                <a16:creationId xmlns:a16="http://schemas.microsoft.com/office/drawing/2014/main" id="{FBDBAD88-158E-E790-0CFC-C14C2DE3258F}"/>
              </a:ext>
            </a:extLst>
          </p:cNvPr>
          <p:cNvSpPr>
            <a:spLocks noGrp="1"/>
          </p:cNvSpPr>
          <p:nvPr>
            <p:ph type="ctrTitle"/>
          </p:nvPr>
        </p:nvSpPr>
        <p:spPr>
          <a:xfrm>
            <a:off x="499519" y="1661090"/>
            <a:ext cx="5111585" cy="721680"/>
          </a:xfrm>
        </p:spPr>
        <p:txBody>
          <a:bodyPr anchor="t">
            <a:normAutofit/>
          </a:bodyPr>
          <a:lstStyle>
            <a:lvl1pPr>
              <a:defRPr sz="3375" spc="-15" baseline="0">
                <a:solidFill>
                  <a:schemeClr val="accent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8CA3055E-EB02-1845-80F1-02F0D51C6DA4}"/>
              </a:ext>
            </a:extLst>
          </p:cNvPr>
          <p:cNvSpPr>
            <a:spLocks noGrp="1"/>
          </p:cNvSpPr>
          <p:nvPr>
            <p:ph type="subTitle" idx="1"/>
          </p:nvPr>
        </p:nvSpPr>
        <p:spPr>
          <a:xfrm>
            <a:off x="499519" y="2393486"/>
            <a:ext cx="5111585" cy="977382"/>
          </a:xfrm>
        </p:spPr>
        <p:txBody>
          <a:bodyPr anchor="t">
            <a:normAutofit/>
          </a:bodyPr>
          <a:lstStyle>
            <a:lvl1pPr marL="0" indent="0">
              <a:buNone/>
              <a:defRPr sz="1875" b="0">
                <a:solidFill>
                  <a:schemeClr val="bg1"/>
                </a:solidFill>
              </a:defRPr>
            </a:lvl1pPr>
          </a:lstStyle>
          <a:p>
            <a:r>
              <a:rPr lang="en-US"/>
              <a:t>Click to edit Master subtitle style</a:t>
            </a:r>
            <a:endParaRPr lang="en-US" dirty="0"/>
          </a:p>
        </p:txBody>
      </p:sp>
      <p:pic>
        <p:nvPicPr>
          <p:cNvPr id="5" name="Picture 4" descr="A black background with white text&#10;&#10;AI-generated content may be incorrect.">
            <a:extLst>
              <a:ext uri="{FF2B5EF4-FFF2-40B4-BE49-F238E27FC236}">
                <a16:creationId xmlns:a16="http://schemas.microsoft.com/office/drawing/2014/main" id="{B1A45A1C-6C48-7A98-0043-F1CBE1942A8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4904" y="4103949"/>
            <a:ext cx="970961" cy="538400"/>
          </a:xfrm>
          <a:prstGeom prst="rect">
            <a:avLst/>
          </a:prstGeom>
        </p:spPr>
      </p:pic>
      <p:pic>
        <p:nvPicPr>
          <p:cNvPr id="2" name="Picture 1">
            <a:extLst>
              <a:ext uri="{FF2B5EF4-FFF2-40B4-BE49-F238E27FC236}">
                <a16:creationId xmlns:a16="http://schemas.microsoft.com/office/drawing/2014/main" id="{C0424607-3099-6B5C-C2AC-07D2B6E09EFB}"/>
              </a:ext>
            </a:extLst>
          </p:cNvPr>
          <p:cNvPicPr>
            <a:picLocks noChangeAspect="1"/>
          </p:cNvPicPr>
          <p:nvPr/>
        </p:nvPicPr>
        <p:blipFill>
          <a:blip r:embed="rId4"/>
          <a:srcRect/>
          <a:stretch/>
        </p:blipFill>
        <p:spPr>
          <a:xfrm>
            <a:off x="581856" y="495055"/>
            <a:ext cx="961592" cy="761759"/>
          </a:xfrm>
          <a:prstGeom prst="rect">
            <a:avLst/>
          </a:prstGeom>
        </p:spPr>
      </p:pic>
    </p:spTree>
    <p:extLst>
      <p:ext uri="{BB962C8B-B14F-4D97-AF65-F5344CB8AC3E}">
        <p14:creationId xmlns:p14="http://schemas.microsoft.com/office/powerpoint/2010/main" val="38502218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02">
    <p:spTree>
      <p:nvGrpSpPr>
        <p:cNvPr id="1" name=""/>
        <p:cNvGrpSpPr/>
        <p:nvPr/>
      </p:nvGrpSpPr>
      <p:grpSpPr>
        <a:xfrm>
          <a:off x="0" y="0"/>
          <a:ext cx="0" cy="0"/>
          <a:chOff x="0" y="0"/>
          <a:chExt cx="0" cy="0"/>
        </a:xfrm>
      </p:grpSpPr>
      <p:pic>
        <p:nvPicPr>
          <p:cNvPr id="2" name="Picture 1" descr="A green and black background&#10;&#10;AI-generated content may be incorrect.">
            <a:extLst>
              <a:ext uri="{FF2B5EF4-FFF2-40B4-BE49-F238E27FC236}">
                <a16:creationId xmlns:a16="http://schemas.microsoft.com/office/drawing/2014/main" id="{0F6866C5-AED9-C03D-55D2-06F8715FB930}"/>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
            <a:ext cx="9144000" cy="5143500"/>
          </a:xfrm>
          <a:prstGeom prst="rect">
            <a:avLst/>
          </a:prstGeom>
        </p:spPr>
      </p:pic>
      <p:pic>
        <p:nvPicPr>
          <p:cNvPr id="4" name="Picture 3" descr="A black background with white text&#10;&#10;AI-generated content may be incorrect.">
            <a:extLst>
              <a:ext uri="{FF2B5EF4-FFF2-40B4-BE49-F238E27FC236}">
                <a16:creationId xmlns:a16="http://schemas.microsoft.com/office/drawing/2014/main" id="{79A01BC5-3483-9F5B-1F47-0FC56D86484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4904" y="4103949"/>
            <a:ext cx="970961" cy="538400"/>
          </a:xfrm>
          <a:prstGeom prst="rect">
            <a:avLst/>
          </a:prstGeom>
        </p:spPr>
      </p:pic>
      <p:sp>
        <p:nvSpPr>
          <p:cNvPr id="6" name="Picture Placeholder 4">
            <a:extLst>
              <a:ext uri="{FF2B5EF4-FFF2-40B4-BE49-F238E27FC236}">
                <a16:creationId xmlns:a16="http://schemas.microsoft.com/office/drawing/2014/main" id="{F01129CB-1665-C542-D8B8-873446C17074}"/>
              </a:ext>
            </a:extLst>
          </p:cNvPr>
          <p:cNvSpPr>
            <a:spLocks noGrp="1"/>
          </p:cNvSpPr>
          <p:nvPr>
            <p:ph type="pic" sz="quarter" idx="10" hasCustomPrompt="1"/>
          </p:nvPr>
        </p:nvSpPr>
        <p:spPr>
          <a:xfrm>
            <a:off x="4572000" y="0"/>
            <a:ext cx="4572000" cy="5143500"/>
          </a:xfrm>
        </p:spPr>
        <p:txBody>
          <a:bodyPr anchor="ctr"/>
          <a:lstStyle>
            <a:lvl1pPr marL="0" indent="0" algn="ctr">
              <a:buNone/>
              <a:defRPr>
                <a:solidFill>
                  <a:schemeClr val="bg1"/>
                </a:solidFill>
              </a:defRPr>
            </a:lvl1pPr>
          </a:lstStyle>
          <a:p>
            <a:r>
              <a:rPr lang="en-US" dirty="0"/>
              <a:t>Click to add photo</a:t>
            </a:r>
          </a:p>
        </p:txBody>
      </p:sp>
      <p:sp>
        <p:nvSpPr>
          <p:cNvPr id="12" name="Title 1">
            <a:extLst>
              <a:ext uri="{FF2B5EF4-FFF2-40B4-BE49-F238E27FC236}">
                <a16:creationId xmlns:a16="http://schemas.microsoft.com/office/drawing/2014/main" id="{AD852BE5-480F-3C8D-4663-AAE44D4D345F}"/>
              </a:ext>
            </a:extLst>
          </p:cNvPr>
          <p:cNvSpPr>
            <a:spLocks noGrp="1"/>
          </p:cNvSpPr>
          <p:nvPr>
            <p:ph type="ctrTitle"/>
          </p:nvPr>
        </p:nvSpPr>
        <p:spPr>
          <a:xfrm>
            <a:off x="499519" y="1661090"/>
            <a:ext cx="3846686" cy="721680"/>
          </a:xfrm>
        </p:spPr>
        <p:txBody>
          <a:bodyPr anchor="t">
            <a:normAutofit/>
          </a:bodyPr>
          <a:lstStyle>
            <a:lvl1pPr>
              <a:defRPr sz="3375" spc="-15" baseline="0">
                <a:solidFill>
                  <a:schemeClr val="accent1"/>
                </a:solidFill>
              </a:defRPr>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5A39F747-E39C-1D00-1674-1B598F1DF6FF}"/>
              </a:ext>
            </a:extLst>
          </p:cNvPr>
          <p:cNvSpPr>
            <a:spLocks noGrp="1"/>
          </p:cNvSpPr>
          <p:nvPr>
            <p:ph type="subTitle" idx="1"/>
          </p:nvPr>
        </p:nvSpPr>
        <p:spPr>
          <a:xfrm>
            <a:off x="499519" y="2393486"/>
            <a:ext cx="3846686" cy="977382"/>
          </a:xfrm>
        </p:spPr>
        <p:txBody>
          <a:bodyPr anchor="t">
            <a:normAutofit/>
          </a:bodyPr>
          <a:lstStyle>
            <a:lvl1pPr marL="0" indent="0">
              <a:buNone/>
              <a:defRPr sz="1875" b="0">
                <a:solidFill>
                  <a:schemeClr val="bg1"/>
                </a:solidFill>
              </a:defRPr>
            </a:lvl1pPr>
          </a:lstStyle>
          <a:p>
            <a:r>
              <a:rPr lang="en-US"/>
              <a:t>Click to edit Master subtitle style</a:t>
            </a:r>
            <a:endParaRPr lang="en-US" dirty="0"/>
          </a:p>
        </p:txBody>
      </p:sp>
      <p:pic>
        <p:nvPicPr>
          <p:cNvPr id="5" name="Picture 4">
            <a:extLst>
              <a:ext uri="{FF2B5EF4-FFF2-40B4-BE49-F238E27FC236}">
                <a16:creationId xmlns:a16="http://schemas.microsoft.com/office/drawing/2014/main" id="{F6C8C347-0CDB-B05F-C193-D72DD04858C8}"/>
              </a:ext>
            </a:extLst>
          </p:cNvPr>
          <p:cNvPicPr>
            <a:picLocks noChangeAspect="1"/>
          </p:cNvPicPr>
          <p:nvPr/>
        </p:nvPicPr>
        <p:blipFill>
          <a:blip r:embed="rId4"/>
          <a:srcRect/>
          <a:stretch/>
        </p:blipFill>
        <p:spPr>
          <a:xfrm>
            <a:off x="581856" y="495055"/>
            <a:ext cx="961592" cy="761759"/>
          </a:xfrm>
          <a:prstGeom prst="rect">
            <a:avLst/>
          </a:prstGeom>
        </p:spPr>
      </p:pic>
    </p:spTree>
    <p:extLst>
      <p:ext uri="{BB962C8B-B14F-4D97-AF65-F5344CB8AC3E}">
        <p14:creationId xmlns:p14="http://schemas.microsoft.com/office/powerpoint/2010/main" val="390860582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0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52524C-D088-7130-D01A-98A45EF389B3}"/>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
            <a:ext cx="9144000" cy="5143500"/>
          </a:xfrm>
          <a:prstGeom prst="rect">
            <a:avLst/>
          </a:prstGeom>
        </p:spPr>
      </p:pic>
      <p:sp>
        <p:nvSpPr>
          <p:cNvPr id="5" name="Title 1">
            <a:extLst>
              <a:ext uri="{FF2B5EF4-FFF2-40B4-BE49-F238E27FC236}">
                <a16:creationId xmlns:a16="http://schemas.microsoft.com/office/drawing/2014/main" id="{D74F4A3A-0C78-872D-03F2-8BB6387115E9}"/>
              </a:ext>
            </a:extLst>
          </p:cNvPr>
          <p:cNvSpPr>
            <a:spLocks noGrp="1"/>
          </p:cNvSpPr>
          <p:nvPr>
            <p:ph type="ctrTitle"/>
          </p:nvPr>
        </p:nvSpPr>
        <p:spPr>
          <a:xfrm>
            <a:off x="499519" y="1661090"/>
            <a:ext cx="5111585" cy="721680"/>
          </a:xfrm>
        </p:spPr>
        <p:txBody>
          <a:bodyPr anchor="t">
            <a:normAutofit/>
          </a:bodyPr>
          <a:lstStyle>
            <a:lvl1pPr>
              <a:defRPr sz="3375" spc="-15" baseline="0">
                <a:solidFill>
                  <a:schemeClr val="tx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E0FB2CC0-D2A7-B03F-7B5D-D3617F18A93E}"/>
              </a:ext>
            </a:extLst>
          </p:cNvPr>
          <p:cNvSpPr>
            <a:spLocks noGrp="1"/>
          </p:cNvSpPr>
          <p:nvPr>
            <p:ph type="subTitle" idx="1"/>
          </p:nvPr>
        </p:nvSpPr>
        <p:spPr>
          <a:xfrm>
            <a:off x="499519" y="2393486"/>
            <a:ext cx="5111585" cy="977382"/>
          </a:xfrm>
        </p:spPr>
        <p:txBody>
          <a:bodyPr anchor="t">
            <a:normAutofit/>
          </a:bodyPr>
          <a:lstStyle>
            <a:lvl1pPr marL="0" indent="0">
              <a:buNone/>
              <a:defRPr sz="1875" b="0">
                <a:solidFill>
                  <a:schemeClr val="tx1"/>
                </a:solidFill>
              </a:defRPr>
            </a:lvl1pPr>
          </a:lstStyle>
          <a:p>
            <a:r>
              <a:rPr lang="en-US"/>
              <a:t>Click to edit Master subtitle style</a:t>
            </a:r>
            <a:endParaRPr lang="en-US" dirty="0"/>
          </a:p>
        </p:txBody>
      </p:sp>
      <p:pic>
        <p:nvPicPr>
          <p:cNvPr id="4" name="Picture 3">
            <a:extLst>
              <a:ext uri="{FF2B5EF4-FFF2-40B4-BE49-F238E27FC236}">
                <a16:creationId xmlns:a16="http://schemas.microsoft.com/office/drawing/2014/main" id="{E3BE0B4B-8651-1F48-C148-95585229D2C3}"/>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584903" y="4103949"/>
            <a:ext cx="970961" cy="538400"/>
          </a:xfrm>
          <a:prstGeom prst="rect">
            <a:avLst/>
          </a:prstGeom>
        </p:spPr>
      </p:pic>
      <p:pic>
        <p:nvPicPr>
          <p:cNvPr id="7" name="Picture 6">
            <a:extLst>
              <a:ext uri="{FF2B5EF4-FFF2-40B4-BE49-F238E27FC236}">
                <a16:creationId xmlns:a16="http://schemas.microsoft.com/office/drawing/2014/main" id="{AB092A03-6E4F-EEC5-1978-FDBC75C49DB7}"/>
              </a:ext>
            </a:extLst>
          </p:cNvPr>
          <p:cNvPicPr>
            <a:picLocks noChangeAspect="1"/>
          </p:cNvPicPr>
          <p:nvPr/>
        </p:nvPicPr>
        <p:blipFill>
          <a:blip r:embed="rId4"/>
          <a:srcRect/>
          <a:stretch/>
        </p:blipFill>
        <p:spPr>
          <a:xfrm>
            <a:off x="581855" y="495055"/>
            <a:ext cx="961592" cy="761759"/>
          </a:xfrm>
          <a:prstGeom prst="rect">
            <a:avLst/>
          </a:prstGeom>
        </p:spPr>
      </p:pic>
    </p:spTree>
    <p:extLst>
      <p:ext uri="{BB962C8B-B14F-4D97-AF65-F5344CB8AC3E}">
        <p14:creationId xmlns:p14="http://schemas.microsoft.com/office/powerpoint/2010/main" val="366773900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04">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4AC306-D3F0-983E-2266-635154CC279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
            <a:ext cx="9144000" cy="5143500"/>
          </a:xfrm>
          <a:prstGeom prst="rect">
            <a:avLst/>
          </a:prstGeom>
        </p:spPr>
      </p:pic>
      <p:pic>
        <p:nvPicPr>
          <p:cNvPr id="4" name="Picture 3">
            <a:extLst>
              <a:ext uri="{FF2B5EF4-FFF2-40B4-BE49-F238E27FC236}">
                <a16:creationId xmlns:a16="http://schemas.microsoft.com/office/drawing/2014/main" id="{38B0EE93-7401-6E2A-D382-9135757E642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584903" y="4103949"/>
            <a:ext cx="970961" cy="538400"/>
          </a:xfrm>
          <a:prstGeom prst="rect">
            <a:avLst/>
          </a:prstGeom>
        </p:spPr>
      </p:pic>
      <p:sp>
        <p:nvSpPr>
          <p:cNvPr id="6" name="Picture Placeholder 4">
            <a:extLst>
              <a:ext uri="{FF2B5EF4-FFF2-40B4-BE49-F238E27FC236}">
                <a16:creationId xmlns:a16="http://schemas.microsoft.com/office/drawing/2014/main" id="{0C054E33-593C-44B0-6B1F-55540BCD8FA4}"/>
              </a:ext>
            </a:extLst>
          </p:cNvPr>
          <p:cNvSpPr>
            <a:spLocks noGrp="1"/>
          </p:cNvSpPr>
          <p:nvPr>
            <p:ph type="pic" sz="quarter" idx="10" hasCustomPrompt="1"/>
          </p:nvPr>
        </p:nvSpPr>
        <p:spPr>
          <a:xfrm>
            <a:off x="4572000" y="0"/>
            <a:ext cx="4572000" cy="5143500"/>
          </a:xfrm>
        </p:spPr>
        <p:txBody>
          <a:bodyPr anchor="ctr"/>
          <a:lstStyle>
            <a:lvl1pPr marL="0" indent="0" algn="ctr">
              <a:buNone/>
              <a:defRPr/>
            </a:lvl1pPr>
          </a:lstStyle>
          <a:p>
            <a:r>
              <a:rPr lang="en-US" dirty="0"/>
              <a:t>Click to add photo</a:t>
            </a:r>
          </a:p>
        </p:txBody>
      </p:sp>
      <p:sp>
        <p:nvSpPr>
          <p:cNvPr id="12" name="Title 1">
            <a:extLst>
              <a:ext uri="{FF2B5EF4-FFF2-40B4-BE49-F238E27FC236}">
                <a16:creationId xmlns:a16="http://schemas.microsoft.com/office/drawing/2014/main" id="{15291B0B-8DDF-1790-7D3E-7A3B591ED649}"/>
              </a:ext>
            </a:extLst>
          </p:cNvPr>
          <p:cNvSpPr>
            <a:spLocks noGrp="1"/>
          </p:cNvSpPr>
          <p:nvPr>
            <p:ph type="ctrTitle"/>
          </p:nvPr>
        </p:nvSpPr>
        <p:spPr>
          <a:xfrm>
            <a:off x="499519" y="1661090"/>
            <a:ext cx="3846686" cy="721680"/>
          </a:xfrm>
        </p:spPr>
        <p:txBody>
          <a:bodyPr anchor="t">
            <a:normAutofit/>
          </a:bodyPr>
          <a:lstStyle>
            <a:lvl1pPr>
              <a:defRPr sz="3375" spc="-15" baseline="0">
                <a:solidFill>
                  <a:schemeClr val="tx1"/>
                </a:solidFill>
              </a:defRPr>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6223B580-0A78-B45E-3D6D-DC57AE73FE21}"/>
              </a:ext>
            </a:extLst>
          </p:cNvPr>
          <p:cNvSpPr>
            <a:spLocks noGrp="1"/>
          </p:cNvSpPr>
          <p:nvPr>
            <p:ph type="subTitle" idx="1"/>
          </p:nvPr>
        </p:nvSpPr>
        <p:spPr>
          <a:xfrm>
            <a:off x="499519" y="2393486"/>
            <a:ext cx="3846686" cy="977382"/>
          </a:xfrm>
        </p:spPr>
        <p:txBody>
          <a:bodyPr anchor="t">
            <a:normAutofit/>
          </a:bodyPr>
          <a:lstStyle>
            <a:lvl1pPr marL="0" indent="0">
              <a:buNone/>
              <a:defRPr sz="1875" b="0">
                <a:solidFill>
                  <a:schemeClr val="tx1"/>
                </a:solidFill>
              </a:defRPr>
            </a:lvl1pPr>
          </a:lstStyle>
          <a:p>
            <a:r>
              <a:rPr lang="en-US"/>
              <a:t>Click to edit Master subtitle style</a:t>
            </a:r>
            <a:endParaRPr lang="en-US" dirty="0"/>
          </a:p>
        </p:txBody>
      </p:sp>
      <p:pic>
        <p:nvPicPr>
          <p:cNvPr id="5" name="Picture 4">
            <a:extLst>
              <a:ext uri="{FF2B5EF4-FFF2-40B4-BE49-F238E27FC236}">
                <a16:creationId xmlns:a16="http://schemas.microsoft.com/office/drawing/2014/main" id="{0F2F3744-3495-1E77-2E11-4AD20C343253}"/>
              </a:ext>
            </a:extLst>
          </p:cNvPr>
          <p:cNvPicPr>
            <a:picLocks noChangeAspect="1"/>
          </p:cNvPicPr>
          <p:nvPr/>
        </p:nvPicPr>
        <p:blipFill>
          <a:blip r:embed="rId4"/>
          <a:srcRect/>
          <a:stretch/>
        </p:blipFill>
        <p:spPr>
          <a:xfrm>
            <a:off x="581855" y="495055"/>
            <a:ext cx="961592" cy="761759"/>
          </a:xfrm>
          <a:prstGeom prst="rect">
            <a:avLst/>
          </a:prstGeom>
        </p:spPr>
      </p:pic>
    </p:spTree>
    <p:extLst>
      <p:ext uri="{BB962C8B-B14F-4D97-AF65-F5344CB8AC3E}">
        <p14:creationId xmlns:p14="http://schemas.microsoft.com/office/powerpoint/2010/main" val="220487706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0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740955-721F-71C7-520E-36850FBDD304}"/>
              </a:ext>
            </a:extLst>
          </p:cNvPr>
          <p:cNvSpPr/>
          <p:nvPr/>
        </p:nvSpPr>
        <p:spPr>
          <a:xfrm>
            <a:off x="0" y="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B4543EC1-0940-6C58-C7E4-41DA6491984F}"/>
              </a:ext>
            </a:extLst>
          </p:cNvPr>
          <p:cNvSpPr>
            <a:spLocks noGrp="1"/>
          </p:cNvSpPr>
          <p:nvPr>
            <p:ph type="ctrTitle"/>
          </p:nvPr>
        </p:nvSpPr>
        <p:spPr>
          <a:xfrm>
            <a:off x="499519" y="1661090"/>
            <a:ext cx="6773054" cy="721680"/>
          </a:xfrm>
        </p:spPr>
        <p:txBody>
          <a:bodyPr anchor="t">
            <a:normAutofit/>
          </a:bodyPr>
          <a:lstStyle>
            <a:lvl1pPr>
              <a:defRPr sz="3375" spc="-15" baseline="0">
                <a:solidFill>
                  <a:schemeClr val="tx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00452977-75E4-8973-4945-40F44500C144}"/>
              </a:ext>
            </a:extLst>
          </p:cNvPr>
          <p:cNvSpPr>
            <a:spLocks noGrp="1"/>
          </p:cNvSpPr>
          <p:nvPr>
            <p:ph type="subTitle" idx="1"/>
          </p:nvPr>
        </p:nvSpPr>
        <p:spPr>
          <a:xfrm>
            <a:off x="499519" y="2393486"/>
            <a:ext cx="6773054" cy="977382"/>
          </a:xfrm>
        </p:spPr>
        <p:txBody>
          <a:bodyPr anchor="t">
            <a:normAutofit/>
          </a:bodyPr>
          <a:lstStyle>
            <a:lvl1pPr marL="0" indent="0">
              <a:buNone/>
              <a:defRPr sz="1875" b="0">
                <a:solidFill>
                  <a:schemeClr val="tx1"/>
                </a:solidFill>
              </a:defRPr>
            </a:lvl1pPr>
          </a:lstStyle>
          <a:p>
            <a:r>
              <a:rPr lang="en-US"/>
              <a:t>Click to edit Master subtitle style</a:t>
            </a:r>
            <a:endParaRPr lang="en-US" dirty="0"/>
          </a:p>
        </p:txBody>
      </p:sp>
      <p:pic>
        <p:nvPicPr>
          <p:cNvPr id="3" name="Picture 2">
            <a:extLst>
              <a:ext uri="{FF2B5EF4-FFF2-40B4-BE49-F238E27FC236}">
                <a16:creationId xmlns:a16="http://schemas.microsoft.com/office/drawing/2014/main" id="{CA5819A9-4CFD-25E6-65F5-9FD4E287FF0C}"/>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84903" y="4103949"/>
            <a:ext cx="970961" cy="538400"/>
          </a:xfrm>
          <a:prstGeom prst="rect">
            <a:avLst/>
          </a:prstGeom>
        </p:spPr>
      </p:pic>
      <p:pic>
        <p:nvPicPr>
          <p:cNvPr id="7" name="Picture 6">
            <a:extLst>
              <a:ext uri="{FF2B5EF4-FFF2-40B4-BE49-F238E27FC236}">
                <a16:creationId xmlns:a16="http://schemas.microsoft.com/office/drawing/2014/main" id="{F2BC49AB-EA34-7B4E-A61B-B229922BBB68}"/>
              </a:ext>
            </a:extLst>
          </p:cNvPr>
          <p:cNvPicPr>
            <a:picLocks noChangeAspect="1"/>
          </p:cNvPicPr>
          <p:nvPr/>
        </p:nvPicPr>
        <p:blipFill>
          <a:blip r:embed="rId3"/>
          <a:srcRect/>
          <a:stretch/>
        </p:blipFill>
        <p:spPr>
          <a:xfrm>
            <a:off x="581855" y="495055"/>
            <a:ext cx="961592" cy="761759"/>
          </a:xfrm>
          <a:prstGeom prst="rect">
            <a:avLst/>
          </a:prstGeom>
        </p:spPr>
      </p:pic>
    </p:spTree>
    <p:extLst>
      <p:ext uri="{BB962C8B-B14F-4D97-AF65-F5344CB8AC3E}">
        <p14:creationId xmlns:p14="http://schemas.microsoft.com/office/powerpoint/2010/main" val="190566423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0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77498B-7CD4-06CC-2A10-3E0714F7ECA9}"/>
              </a:ext>
            </a:extLst>
          </p:cNvPr>
          <p:cNvSpPr/>
          <p:nvPr/>
        </p:nvSpPr>
        <p:spPr>
          <a:xfrm>
            <a:off x="0" y="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4" name="Picture 3">
            <a:extLst>
              <a:ext uri="{FF2B5EF4-FFF2-40B4-BE49-F238E27FC236}">
                <a16:creationId xmlns:a16="http://schemas.microsoft.com/office/drawing/2014/main" id="{5598B544-33CA-7F0F-CFF4-C2FCE96502C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84903" y="4103949"/>
            <a:ext cx="970961" cy="538400"/>
          </a:xfrm>
          <a:prstGeom prst="rect">
            <a:avLst/>
          </a:prstGeom>
        </p:spPr>
      </p:pic>
      <p:sp>
        <p:nvSpPr>
          <p:cNvPr id="10" name="Picture Placeholder 8">
            <a:extLst>
              <a:ext uri="{FF2B5EF4-FFF2-40B4-BE49-F238E27FC236}">
                <a16:creationId xmlns:a16="http://schemas.microsoft.com/office/drawing/2014/main" id="{0FEE91ED-D38C-F25C-2CC5-0BD7344EB693}"/>
              </a:ext>
            </a:extLst>
          </p:cNvPr>
          <p:cNvSpPr>
            <a:spLocks noGrp="1"/>
          </p:cNvSpPr>
          <p:nvPr>
            <p:ph type="pic" sz="quarter" idx="10" hasCustomPrompt="1"/>
          </p:nvPr>
        </p:nvSpPr>
        <p:spPr>
          <a:xfrm>
            <a:off x="4572000" y="0"/>
            <a:ext cx="4572000" cy="5143500"/>
          </a:xfrm>
        </p:spPr>
        <p:txBody>
          <a:bodyPr anchor="ctr"/>
          <a:lstStyle>
            <a:lvl1pPr marL="0" indent="0" algn="ctr">
              <a:buNone/>
              <a:defRPr/>
            </a:lvl1pPr>
          </a:lstStyle>
          <a:p>
            <a:r>
              <a:rPr lang="en-US" dirty="0"/>
              <a:t>Click to add photo</a:t>
            </a:r>
          </a:p>
        </p:txBody>
      </p:sp>
      <p:sp>
        <p:nvSpPr>
          <p:cNvPr id="11" name="Title 1">
            <a:extLst>
              <a:ext uri="{FF2B5EF4-FFF2-40B4-BE49-F238E27FC236}">
                <a16:creationId xmlns:a16="http://schemas.microsoft.com/office/drawing/2014/main" id="{E5C41DD4-5E31-4EC4-D63E-F6619328ABB8}"/>
              </a:ext>
            </a:extLst>
          </p:cNvPr>
          <p:cNvSpPr>
            <a:spLocks noGrp="1"/>
          </p:cNvSpPr>
          <p:nvPr>
            <p:ph type="ctrTitle"/>
          </p:nvPr>
        </p:nvSpPr>
        <p:spPr>
          <a:xfrm>
            <a:off x="499519" y="1661090"/>
            <a:ext cx="5111585" cy="721680"/>
          </a:xfrm>
        </p:spPr>
        <p:txBody>
          <a:bodyPr anchor="t">
            <a:normAutofit/>
          </a:bodyPr>
          <a:lstStyle>
            <a:lvl1pPr>
              <a:defRPr sz="3375" spc="-15" baseline="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D79ED49D-966A-7DA2-745A-0D1D43AE6BBB}"/>
              </a:ext>
            </a:extLst>
          </p:cNvPr>
          <p:cNvSpPr>
            <a:spLocks noGrp="1"/>
          </p:cNvSpPr>
          <p:nvPr>
            <p:ph type="subTitle" idx="1"/>
          </p:nvPr>
        </p:nvSpPr>
        <p:spPr>
          <a:xfrm>
            <a:off x="499519" y="2393486"/>
            <a:ext cx="5111585" cy="977382"/>
          </a:xfrm>
        </p:spPr>
        <p:txBody>
          <a:bodyPr anchor="t">
            <a:normAutofit/>
          </a:bodyPr>
          <a:lstStyle>
            <a:lvl1pPr marL="0" indent="0">
              <a:buNone/>
              <a:defRPr sz="1875" b="0">
                <a:solidFill>
                  <a:schemeClr val="tx1"/>
                </a:solidFill>
              </a:defRPr>
            </a:lvl1pPr>
          </a:lstStyle>
          <a:p>
            <a:r>
              <a:rPr lang="en-US"/>
              <a:t>Click to edit Master subtitle style</a:t>
            </a:r>
            <a:endParaRPr lang="en-US" dirty="0"/>
          </a:p>
        </p:txBody>
      </p:sp>
      <p:pic>
        <p:nvPicPr>
          <p:cNvPr id="5" name="Picture 4">
            <a:extLst>
              <a:ext uri="{FF2B5EF4-FFF2-40B4-BE49-F238E27FC236}">
                <a16:creationId xmlns:a16="http://schemas.microsoft.com/office/drawing/2014/main" id="{B1069C2F-6850-FE67-A600-CD807F09257F}"/>
              </a:ext>
            </a:extLst>
          </p:cNvPr>
          <p:cNvPicPr>
            <a:picLocks noChangeAspect="1"/>
          </p:cNvPicPr>
          <p:nvPr/>
        </p:nvPicPr>
        <p:blipFill>
          <a:blip r:embed="rId3"/>
          <a:srcRect/>
          <a:stretch/>
        </p:blipFill>
        <p:spPr>
          <a:xfrm>
            <a:off x="581855" y="495055"/>
            <a:ext cx="961592" cy="761759"/>
          </a:xfrm>
          <a:prstGeom prst="rect">
            <a:avLst/>
          </a:prstGeom>
        </p:spPr>
      </p:pic>
    </p:spTree>
    <p:extLst>
      <p:ext uri="{BB962C8B-B14F-4D97-AF65-F5344CB8AC3E}">
        <p14:creationId xmlns:p14="http://schemas.microsoft.com/office/powerpoint/2010/main" val="22531974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Long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488D732-EAB4-75B4-817D-C70F8C12E53D}"/>
              </a:ext>
            </a:extLst>
          </p:cNvPr>
          <p:cNvSpPr/>
          <p:nvPr/>
        </p:nvSpPr>
        <p:spPr>
          <a:xfrm>
            <a:off x="0" y="0"/>
            <a:ext cx="9144000"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EA230138-8477-7EC8-9EC7-C5AC2AFC0224}"/>
              </a:ext>
            </a:extLst>
          </p:cNvPr>
          <p:cNvSpPr>
            <a:spLocks noGrp="1"/>
          </p:cNvSpPr>
          <p:nvPr>
            <p:ph type="ctrTitle"/>
          </p:nvPr>
        </p:nvSpPr>
        <p:spPr>
          <a:xfrm>
            <a:off x="588581" y="326827"/>
            <a:ext cx="5111585" cy="616148"/>
          </a:xfrm>
        </p:spPr>
        <p:txBody>
          <a:bodyPr anchor="ctr">
            <a:normAutofit/>
          </a:bodyPr>
          <a:lstStyle>
            <a:lvl1pPr>
              <a:defRPr sz="3375" spc="-15" baseline="0">
                <a:solidFill>
                  <a:srgbClr val="1FB099"/>
                </a:solidFill>
              </a:defRPr>
            </a:lvl1pPr>
          </a:lstStyle>
          <a:p>
            <a:r>
              <a:rPr lang="en-US"/>
              <a:t>Click to edit Master title style</a:t>
            </a:r>
            <a:endParaRPr lang="en-US" dirty="0"/>
          </a:p>
        </p:txBody>
      </p:sp>
      <p:cxnSp>
        <p:nvCxnSpPr>
          <p:cNvPr id="16" name="Straight Connector 15">
            <a:extLst>
              <a:ext uri="{FF2B5EF4-FFF2-40B4-BE49-F238E27FC236}">
                <a16:creationId xmlns:a16="http://schemas.microsoft.com/office/drawing/2014/main" id="{F7E268E7-063C-558C-0AB5-01E0190DF484}"/>
              </a:ext>
            </a:extLst>
          </p:cNvPr>
          <p:cNvCxnSpPr>
            <a:cxnSpLocks/>
          </p:cNvCxnSpPr>
          <p:nvPr/>
        </p:nvCxnSpPr>
        <p:spPr>
          <a:xfrm flipV="1">
            <a:off x="669727" y="2295525"/>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1" name="Text Placeholder 20">
            <a:extLst>
              <a:ext uri="{FF2B5EF4-FFF2-40B4-BE49-F238E27FC236}">
                <a16:creationId xmlns:a16="http://schemas.microsoft.com/office/drawing/2014/main" id="{CC9F876B-7853-EF9F-2B23-FD60E115265F}"/>
              </a:ext>
            </a:extLst>
          </p:cNvPr>
          <p:cNvSpPr>
            <a:spLocks noGrp="1"/>
          </p:cNvSpPr>
          <p:nvPr>
            <p:ph type="body" sz="quarter" idx="11" hasCustomPrompt="1"/>
          </p:nvPr>
        </p:nvSpPr>
        <p:spPr>
          <a:xfrm>
            <a:off x="3755230" y="1920479"/>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52" name="Text Placeholder 50">
            <a:extLst>
              <a:ext uri="{FF2B5EF4-FFF2-40B4-BE49-F238E27FC236}">
                <a16:creationId xmlns:a16="http://schemas.microsoft.com/office/drawing/2014/main" id="{4A05B779-475B-9225-EA01-F7213AB4F699}"/>
              </a:ext>
            </a:extLst>
          </p:cNvPr>
          <p:cNvSpPr>
            <a:spLocks noGrp="1"/>
          </p:cNvSpPr>
          <p:nvPr>
            <p:ph type="body" sz="quarter" idx="17" hasCustomPrompt="1"/>
          </p:nvPr>
        </p:nvSpPr>
        <p:spPr>
          <a:xfrm>
            <a:off x="588581" y="1920478"/>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54" name="Text Placeholder 20">
            <a:extLst>
              <a:ext uri="{FF2B5EF4-FFF2-40B4-BE49-F238E27FC236}">
                <a16:creationId xmlns:a16="http://schemas.microsoft.com/office/drawing/2014/main" id="{81BEADE3-09FA-0D4E-E54E-C559449693A1}"/>
              </a:ext>
            </a:extLst>
          </p:cNvPr>
          <p:cNvSpPr>
            <a:spLocks noGrp="1"/>
          </p:cNvSpPr>
          <p:nvPr>
            <p:ph type="body" sz="quarter" idx="18" hasCustomPrompt="1"/>
          </p:nvPr>
        </p:nvSpPr>
        <p:spPr>
          <a:xfrm>
            <a:off x="3755230" y="2311599"/>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57" name="Text Placeholder 20">
            <a:extLst>
              <a:ext uri="{FF2B5EF4-FFF2-40B4-BE49-F238E27FC236}">
                <a16:creationId xmlns:a16="http://schemas.microsoft.com/office/drawing/2014/main" id="{1358DE9F-3A28-2652-C296-A1C00F9491B5}"/>
              </a:ext>
            </a:extLst>
          </p:cNvPr>
          <p:cNvSpPr>
            <a:spLocks noGrp="1"/>
          </p:cNvSpPr>
          <p:nvPr>
            <p:ph type="body" sz="quarter" idx="20" hasCustomPrompt="1"/>
          </p:nvPr>
        </p:nvSpPr>
        <p:spPr>
          <a:xfrm>
            <a:off x="3755230" y="269200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58" name="Text Placeholder 50">
            <a:extLst>
              <a:ext uri="{FF2B5EF4-FFF2-40B4-BE49-F238E27FC236}">
                <a16:creationId xmlns:a16="http://schemas.microsoft.com/office/drawing/2014/main" id="{15070990-862B-2BF6-46E1-F5F21F887613}"/>
              </a:ext>
            </a:extLst>
          </p:cNvPr>
          <p:cNvSpPr>
            <a:spLocks noGrp="1"/>
          </p:cNvSpPr>
          <p:nvPr>
            <p:ph type="body" sz="quarter" idx="21" hasCustomPrompt="1"/>
          </p:nvPr>
        </p:nvSpPr>
        <p:spPr>
          <a:xfrm>
            <a:off x="588581" y="269200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0" name="Text Placeholder 20">
            <a:extLst>
              <a:ext uri="{FF2B5EF4-FFF2-40B4-BE49-F238E27FC236}">
                <a16:creationId xmlns:a16="http://schemas.microsoft.com/office/drawing/2014/main" id="{343EC808-FE7A-3FDA-F92B-5BE159CE4BB7}"/>
              </a:ext>
            </a:extLst>
          </p:cNvPr>
          <p:cNvSpPr>
            <a:spLocks noGrp="1"/>
          </p:cNvSpPr>
          <p:nvPr>
            <p:ph type="body" sz="quarter" idx="22" hasCustomPrompt="1"/>
          </p:nvPr>
        </p:nvSpPr>
        <p:spPr>
          <a:xfrm>
            <a:off x="3755230" y="308312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61" name="Text Placeholder 50">
            <a:extLst>
              <a:ext uri="{FF2B5EF4-FFF2-40B4-BE49-F238E27FC236}">
                <a16:creationId xmlns:a16="http://schemas.microsoft.com/office/drawing/2014/main" id="{FE820928-728F-749D-4FC1-B8A26A26A44D}"/>
              </a:ext>
            </a:extLst>
          </p:cNvPr>
          <p:cNvSpPr>
            <a:spLocks noGrp="1"/>
          </p:cNvSpPr>
          <p:nvPr>
            <p:ph type="body" sz="quarter" idx="23" hasCustomPrompt="1"/>
          </p:nvPr>
        </p:nvSpPr>
        <p:spPr>
          <a:xfrm>
            <a:off x="588581" y="308312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3" name="Text Placeholder 20">
            <a:extLst>
              <a:ext uri="{FF2B5EF4-FFF2-40B4-BE49-F238E27FC236}">
                <a16:creationId xmlns:a16="http://schemas.microsoft.com/office/drawing/2014/main" id="{3FA30940-0868-D415-0C84-D5397022B05E}"/>
              </a:ext>
            </a:extLst>
          </p:cNvPr>
          <p:cNvSpPr>
            <a:spLocks noGrp="1"/>
          </p:cNvSpPr>
          <p:nvPr>
            <p:ph type="body" sz="quarter" idx="24" hasCustomPrompt="1"/>
          </p:nvPr>
        </p:nvSpPr>
        <p:spPr>
          <a:xfrm>
            <a:off x="3755230" y="347424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64" name="Text Placeholder 50">
            <a:extLst>
              <a:ext uri="{FF2B5EF4-FFF2-40B4-BE49-F238E27FC236}">
                <a16:creationId xmlns:a16="http://schemas.microsoft.com/office/drawing/2014/main" id="{B06B22EE-D61B-734A-2898-1D82BCDC070E}"/>
              </a:ext>
            </a:extLst>
          </p:cNvPr>
          <p:cNvSpPr>
            <a:spLocks noGrp="1"/>
          </p:cNvSpPr>
          <p:nvPr>
            <p:ph type="body" sz="quarter" idx="25" hasCustomPrompt="1"/>
          </p:nvPr>
        </p:nvSpPr>
        <p:spPr>
          <a:xfrm>
            <a:off x="588581" y="347424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6" name="Text Placeholder 20">
            <a:extLst>
              <a:ext uri="{FF2B5EF4-FFF2-40B4-BE49-F238E27FC236}">
                <a16:creationId xmlns:a16="http://schemas.microsoft.com/office/drawing/2014/main" id="{BA9A5DB5-DC28-0E81-6F77-A8540F215468}"/>
              </a:ext>
            </a:extLst>
          </p:cNvPr>
          <p:cNvSpPr>
            <a:spLocks noGrp="1"/>
          </p:cNvSpPr>
          <p:nvPr>
            <p:ph type="body" sz="quarter" idx="26" hasCustomPrompt="1"/>
          </p:nvPr>
        </p:nvSpPr>
        <p:spPr>
          <a:xfrm>
            <a:off x="3755230" y="386536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67" name="Text Placeholder 50">
            <a:extLst>
              <a:ext uri="{FF2B5EF4-FFF2-40B4-BE49-F238E27FC236}">
                <a16:creationId xmlns:a16="http://schemas.microsoft.com/office/drawing/2014/main" id="{AF31482A-C39A-4C28-EB71-353132F92F78}"/>
              </a:ext>
            </a:extLst>
          </p:cNvPr>
          <p:cNvSpPr>
            <a:spLocks noGrp="1"/>
          </p:cNvSpPr>
          <p:nvPr>
            <p:ph type="body" sz="quarter" idx="27" hasCustomPrompt="1"/>
          </p:nvPr>
        </p:nvSpPr>
        <p:spPr>
          <a:xfrm>
            <a:off x="588581" y="3865364"/>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103" name="Straight Connector 102">
            <a:extLst>
              <a:ext uri="{FF2B5EF4-FFF2-40B4-BE49-F238E27FC236}">
                <a16:creationId xmlns:a16="http://schemas.microsoft.com/office/drawing/2014/main" id="{DA996A2B-9459-F53B-194E-A4B5BB685DD0}"/>
              </a:ext>
            </a:extLst>
          </p:cNvPr>
          <p:cNvCxnSpPr>
            <a:cxnSpLocks/>
          </p:cNvCxnSpPr>
          <p:nvPr/>
        </p:nvCxnSpPr>
        <p:spPr>
          <a:xfrm flipV="1">
            <a:off x="669727" y="2682711"/>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53E02C24-CACC-AB98-B151-F38299E058D3}"/>
              </a:ext>
            </a:extLst>
          </p:cNvPr>
          <p:cNvCxnSpPr>
            <a:cxnSpLocks/>
          </p:cNvCxnSpPr>
          <p:nvPr/>
        </p:nvCxnSpPr>
        <p:spPr>
          <a:xfrm flipV="1">
            <a:off x="669727" y="306989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2ABA63BF-7FD1-38CA-D9FF-C9D59D292787}"/>
              </a:ext>
            </a:extLst>
          </p:cNvPr>
          <p:cNvCxnSpPr>
            <a:cxnSpLocks/>
          </p:cNvCxnSpPr>
          <p:nvPr/>
        </p:nvCxnSpPr>
        <p:spPr>
          <a:xfrm flipV="1">
            <a:off x="669727" y="3457083"/>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D78C1B00-EE10-D08B-9BD1-C044DDC0062F}"/>
              </a:ext>
            </a:extLst>
          </p:cNvPr>
          <p:cNvCxnSpPr>
            <a:cxnSpLocks/>
          </p:cNvCxnSpPr>
          <p:nvPr/>
        </p:nvCxnSpPr>
        <p:spPr>
          <a:xfrm flipV="1">
            <a:off x="669727" y="3849330"/>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736F9AA8-3998-B09E-4AC6-10E4BE83B0B1}"/>
              </a:ext>
            </a:extLst>
          </p:cNvPr>
          <p:cNvCxnSpPr>
            <a:cxnSpLocks/>
          </p:cNvCxnSpPr>
          <p:nvPr/>
        </p:nvCxnSpPr>
        <p:spPr>
          <a:xfrm flipV="1">
            <a:off x="669727" y="423904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0" name="Text Placeholder 50">
            <a:extLst>
              <a:ext uri="{FF2B5EF4-FFF2-40B4-BE49-F238E27FC236}">
                <a16:creationId xmlns:a16="http://schemas.microsoft.com/office/drawing/2014/main" id="{93954133-0E24-39AA-2F47-321ED4F82195}"/>
              </a:ext>
            </a:extLst>
          </p:cNvPr>
          <p:cNvSpPr>
            <a:spLocks noGrp="1"/>
          </p:cNvSpPr>
          <p:nvPr>
            <p:ph type="body" sz="quarter" idx="19" hasCustomPrompt="1"/>
          </p:nvPr>
        </p:nvSpPr>
        <p:spPr>
          <a:xfrm>
            <a:off x="588581" y="2311598"/>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131" name="Straight Connector 130">
            <a:extLst>
              <a:ext uri="{FF2B5EF4-FFF2-40B4-BE49-F238E27FC236}">
                <a16:creationId xmlns:a16="http://schemas.microsoft.com/office/drawing/2014/main" id="{EEFCAFDC-923C-9173-42B5-87EF8658715C}"/>
              </a:ext>
            </a:extLst>
          </p:cNvPr>
          <p:cNvCxnSpPr>
            <a:cxnSpLocks/>
          </p:cNvCxnSpPr>
          <p:nvPr/>
        </p:nvCxnSpPr>
        <p:spPr>
          <a:xfrm flipV="1">
            <a:off x="4765299" y="2295525"/>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2" name="Text Placeholder 20">
            <a:extLst>
              <a:ext uri="{FF2B5EF4-FFF2-40B4-BE49-F238E27FC236}">
                <a16:creationId xmlns:a16="http://schemas.microsoft.com/office/drawing/2014/main" id="{26BE7680-CBB2-A9A5-E944-7CE02F30767F}"/>
              </a:ext>
            </a:extLst>
          </p:cNvPr>
          <p:cNvSpPr>
            <a:spLocks noGrp="1"/>
          </p:cNvSpPr>
          <p:nvPr>
            <p:ph type="body" sz="quarter" idx="28" hasCustomPrompt="1"/>
          </p:nvPr>
        </p:nvSpPr>
        <p:spPr>
          <a:xfrm>
            <a:off x="7850802" y="1920479"/>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133" name="Text Placeholder 50">
            <a:extLst>
              <a:ext uri="{FF2B5EF4-FFF2-40B4-BE49-F238E27FC236}">
                <a16:creationId xmlns:a16="http://schemas.microsoft.com/office/drawing/2014/main" id="{5F6FF620-3BAB-44AD-A671-7CF4A4880A12}"/>
              </a:ext>
            </a:extLst>
          </p:cNvPr>
          <p:cNvSpPr>
            <a:spLocks noGrp="1"/>
          </p:cNvSpPr>
          <p:nvPr>
            <p:ph type="body" sz="quarter" idx="29" hasCustomPrompt="1"/>
          </p:nvPr>
        </p:nvSpPr>
        <p:spPr>
          <a:xfrm>
            <a:off x="4684153" y="1920478"/>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34" name="Text Placeholder 20">
            <a:extLst>
              <a:ext uri="{FF2B5EF4-FFF2-40B4-BE49-F238E27FC236}">
                <a16:creationId xmlns:a16="http://schemas.microsoft.com/office/drawing/2014/main" id="{35F4152C-A0A5-51AB-C72F-49879605CDB2}"/>
              </a:ext>
            </a:extLst>
          </p:cNvPr>
          <p:cNvSpPr>
            <a:spLocks noGrp="1"/>
          </p:cNvSpPr>
          <p:nvPr>
            <p:ph type="body" sz="quarter" idx="30" hasCustomPrompt="1"/>
          </p:nvPr>
        </p:nvSpPr>
        <p:spPr>
          <a:xfrm>
            <a:off x="7850802" y="2311599"/>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135" name="Text Placeholder 20">
            <a:extLst>
              <a:ext uri="{FF2B5EF4-FFF2-40B4-BE49-F238E27FC236}">
                <a16:creationId xmlns:a16="http://schemas.microsoft.com/office/drawing/2014/main" id="{5B9CF92B-BAA3-8AF7-333F-ED06639B4825}"/>
              </a:ext>
            </a:extLst>
          </p:cNvPr>
          <p:cNvSpPr>
            <a:spLocks noGrp="1"/>
          </p:cNvSpPr>
          <p:nvPr>
            <p:ph type="body" sz="quarter" idx="31" hasCustomPrompt="1"/>
          </p:nvPr>
        </p:nvSpPr>
        <p:spPr>
          <a:xfrm>
            <a:off x="7850802" y="269200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136" name="Text Placeholder 50">
            <a:extLst>
              <a:ext uri="{FF2B5EF4-FFF2-40B4-BE49-F238E27FC236}">
                <a16:creationId xmlns:a16="http://schemas.microsoft.com/office/drawing/2014/main" id="{10792705-9FE1-E200-E127-49BCE0104409}"/>
              </a:ext>
            </a:extLst>
          </p:cNvPr>
          <p:cNvSpPr>
            <a:spLocks noGrp="1"/>
          </p:cNvSpPr>
          <p:nvPr>
            <p:ph type="body" sz="quarter" idx="32" hasCustomPrompt="1"/>
          </p:nvPr>
        </p:nvSpPr>
        <p:spPr>
          <a:xfrm>
            <a:off x="4684153" y="269200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37" name="Text Placeholder 20">
            <a:extLst>
              <a:ext uri="{FF2B5EF4-FFF2-40B4-BE49-F238E27FC236}">
                <a16:creationId xmlns:a16="http://schemas.microsoft.com/office/drawing/2014/main" id="{FEBCB049-965D-D947-D485-F74EF22C8BBB}"/>
              </a:ext>
            </a:extLst>
          </p:cNvPr>
          <p:cNvSpPr>
            <a:spLocks noGrp="1"/>
          </p:cNvSpPr>
          <p:nvPr>
            <p:ph type="body" sz="quarter" idx="33" hasCustomPrompt="1"/>
          </p:nvPr>
        </p:nvSpPr>
        <p:spPr>
          <a:xfrm>
            <a:off x="7850802" y="308312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138" name="Text Placeholder 50">
            <a:extLst>
              <a:ext uri="{FF2B5EF4-FFF2-40B4-BE49-F238E27FC236}">
                <a16:creationId xmlns:a16="http://schemas.microsoft.com/office/drawing/2014/main" id="{3D482A40-8113-215F-F1E3-9ED7704B8671}"/>
              </a:ext>
            </a:extLst>
          </p:cNvPr>
          <p:cNvSpPr>
            <a:spLocks noGrp="1"/>
          </p:cNvSpPr>
          <p:nvPr>
            <p:ph type="body" sz="quarter" idx="34" hasCustomPrompt="1"/>
          </p:nvPr>
        </p:nvSpPr>
        <p:spPr>
          <a:xfrm>
            <a:off x="4684153" y="308312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39" name="Text Placeholder 20">
            <a:extLst>
              <a:ext uri="{FF2B5EF4-FFF2-40B4-BE49-F238E27FC236}">
                <a16:creationId xmlns:a16="http://schemas.microsoft.com/office/drawing/2014/main" id="{61513CEC-1D95-136F-4755-32A880DCF94D}"/>
              </a:ext>
            </a:extLst>
          </p:cNvPr>
          <p:cNvSpPr>
            <a:spLocks noGrp="1"/>
          </p:cNvSpPr>
          <p:nvPr>
            <p:ph type="body" sz="quarter" idx="35" hasCustomPrompt="1"/>
          </p:nvPr>
        </p:nvSpPr>
        <p:spPr>
          <a:xfrm>
            <a:off x="7850802" y="347424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140" name="Text Placeholder 50">
            <a:extLst>
              <a:ext uri="{FF2B5EF4-FFF2-40B4-BE49-F238E27FC236}">
                <a16:creationId xmlns:a16="http://schemas.microsoft.com/office/drawing/2014/main" id="{5F9D1EAA-EBBB-DA7A-8B59-092AD0278D07}"/>
              </a:ext>
            </a:extLst>
          </p:cNvPr>
          <p:cNvSpPr>
            <a:spLocks noGrp="1"/>
          </p:cNvSpPr>
          <p:nvPr>
            <p:ph type="body" sz="quarter" idx="36" hasCustomPrompt="1"/>
          </p:nvPr>
        </p:nvSpPr>
        <p:spPr>
          <a:xfrm>
            <a:off x="4684153" y="347424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41" name="Text Placeholder 20">
            <a:extLst>
              <a:ext uri="{FF2B5EF4-FFF2-40B4-BE49-F238E27FC236}">
                <a16:creationId xmlns:a16="http://schemas.microsoft.com/office/drawing/2014/main" id="{E5E86525-E762-A4B8-7D3C-B1F90F8626A6}"/>
              </a:ext>
            </a:extLst>
          </p:cNvPr>
          <p:cNvSpPr>
            <a:spLocks noGrp="1"/>
          </p:cNvSpPr>
          <p:nvPr>
            <p:ph type="body" sz="quarter" idx="37" hasCustomPrompt="1"/>
          </p:nvPr>
        </p:nvSpPr>
        <p:spPr>
          <a:xfrm>
            <a:off x="7850802" y="386536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142" name="Text Placeholder 50">
            <a:extLst>
              <a:ext uri="{FF2B5EF4-FFF2-40B4-BE49-F238E27FC236}">
                <a16:creationId xmlns:a16="http://schemas.microsoft.com/office/drawing/2014/main" id="{C9A6D6C6-7223-73BF-FD54-4EEA5D2342D9}"/>
              </a:ext>
            </a:extLst>
          </p:cNvPr>
          <p:cNvSpPr>
            <a:spLocks noGrp="1"/>
          </p:cNvSpPr>
          <p:nvPr>
            <p:ph type="body" sz="quarter" idx="38" hasCustomPrompt="1"/>
          </p:nvPr>
        </p:nvSpPr>
        <p:spPr>
          <a:xfrm>
            <a:off x="4684153" y="3865364"/>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143" name="Straight Connector 142">
            <a:extLst>
              <a:ext uri="{FF2B5EF4-FFF2-40B4-BE49-F238E27FC236}">
                <a16:creationId xmlns:a16="http://schemas.microsoft.com/office/drawing/2014/main" id="{FF276134-A02B-E000-9448-A40F1FFAD37F}"/>
              </a:ext>
            </a:extLst>
          </p:cNvPr>
          <p:cNvCxnSpPr>
            <a:cxnSpLocks/>
          </p:cNvCxnSpPr>
          <p:nvPr/>
        </p:nvCxnSpPr>
        <p:spPr>
          <a:xfrm flipV="1">
            <a:off x="4765299" y="2682711"/>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7D90CCE3-0353-C5D0-E53C-043E4CB25974}"/>
              </a:ext>
            </a:extLst>
          </p:cNvPr>
          <p:cNvCxnSpPr>
            <a:cxnSpLocks/>
          </p:cNvCxnSpPr>
          <p:nvPr/>
        </p:nvCxnSpPr>
        <p:spPr>
          <a:xfrm flipV="1">
            <a:off x="4765299" y="306989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A654BC64-EE28-6997-A091-96FBE97E315B}"/>
              </a:ext>
            </a:extLst>
          </p:cNvPr>
          <p:cNvCxnSpPr>
            <a:cxnSpLocks/>
          </p:cNvCxnSpPr>
          <p:nvPr/>
        </p:nvCxnSpPr>
        <p:spPr>
          <a:xfrm flipV="1">
            <a:off x="4765299" y="3457083"/>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70D85D9A-2F77-C016-B5C6-9A11A4A8DE1C}"/>
              </a:ext>
            </a:extLst>
          </p:cNvPr>
          <p:cNvCxnSpPr>
            <a:cxnSpLocks/>
          </p:cNvCxnSpPr>
          <p:nvPr/>
        </p:nvCxnSpPr>
        <p:spPr>
          <a:xfrm flipV="1">
            <a:off x="4765299" y="3849330"/>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AAC686F5-9DE2-BCC4-1E09-74334BA582C4}"/>
              </a:ext>
            </a:extLst>
          </p:cNvPr>
          <p:cNvCxnSpPr>
            <a:cxnSpLocks/>
          </p:cNvCxnSpPr>
          <p:nvPr/>
        </p:nvCxnSpPr>
        <p:spPr>
          <a:xfrm flipV="1">
            <a:off x="4765299" y="423904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48" name="Text Placeholder 50">
            <a:extLst>
              <a:ext uri="{FF2B5EF4-FFF2-40B4-BE49-F238E27FC236}">
                <a16:creationId xmlns:a16="http://schemas.microsoft.com/office/drawing/2014/main" id="{988FF4D5-AE58-C1BE-E9BA-9CDA56B8B7AE}"/>
              </a:ext>
            </a:extLst>
          </p:cNvPr>
          <p:cNvSpPr>
            <a:spLocks noGrp="1"/>
          </p:cNvSpPr>
          <p:nvPr>
            <p:ph type="body" sz="quarter" idx="39" hasCustomPrompt="1"/>
          </p:nvPr>
        </p:nvSpPr>
        <p:spPr>
          <a:xfrm>
            <a:off x="4684153" y="2311598"/>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9" name="Footer Placeholder 8">
            <a:extLst>
              <a:ext uri="{FF2B5EF4-FFF2-40B4-BE49-F238E27FC236}">
                <a16:creationId xmlns:a16="http://schemas.microsoft.com/office/drawing/2014/main" id="{FE00148D-F12A-06B7-773F-3FF2A09BB19C}"/>
              </a:ext>
            </a:extLst>
          </p:cNvPr>
          <p:cNvSpPr>
            <a:spLocks noGrp="1"/>
          </p:cNvSpPr>
          <p:nvPr>
            <p:ph type="ftr" sz="quarter" idx="40"/>
          </p:nvPr>
        </p:nvSpPr>
        <p:spPr/>
        <p:txBody>
          <a:bodyPr/>
          <a:lstStyle>
            <a:lvl1pPr>
              <a:defRPr>
                <a:solidFill>
                  <a:schemeClr val="bg1"/>
                </a:solidFill>
              </a:defRPr>
            </a:lvl1pPr>
          </a:lstStyle>
          <a:p>
            <a:r>
              <a:rPr lang="en-US"/>
              <a:t>Presentation Title</a:t>
            </a:r>
            <a:endParaRPr lang="en-US" dirty="0"/>
          </a:p>
        </p:txBody>
      </p:sp>
      <p:sp>
        <p:nvSpPr>
          <p:cNvPr id="11" name="Slide Number Placeholder 10">
            <a:extLst>
              <a:ext uri="{FF2B5EF4-FFF2-40B4-BE49-F238E27FC236}">
                <a16:creationId xmlns:a16="http://schemas.microsoft.com/office/drawing/2014/main" id="{2FF86248-B456-7EF4-1D54-0FD18544BE47}"/>
              </a:ext>
            </a:extLst>
          </p:cNvPr>
          <p:cNvSpPr>
            <a:spLocks noGrp="1"/>
          </p:cNvSpPr>
          <p:nvPr>
            <p:ph type="sldNum" sz="quarter" idx="41"/>
          </p:nvPr>
        </p:nvSpPr>
        <p:spPr/>
        <p:txBody>
          <a:bodyPr/>
          <a:lstStyle>
            <a:lvl1pPr>
              <a:defRPr>
                <a:solidFill>
                  <a:schemeClr val="bg1"/>
                </a:solidFill>
              </a:defRPr>
            </a:lvl1pPr>
          </a:lstStyle>
          <a:p>
            <a:fld id="{A4F64288-DB08-144D-ABF4-BD40C5961FED}" type="slidenum">
              <a:rPr lang="en-AU" smtClean="0"/>
              <a:pPr/>
              <a:t>‹#›</a:t>
            </a:fld>
            <a:endParaRPr lang="en-AU"/>
          </a:p>
        </p:txBody>
      </p:sp>
      <p:pic>
        <p:nvPicPr>
          <p:cNvPr id="4" name="Picture 3">
            <a:extLst>
              <a:ext uri="{FF2B5EF4-FFF2-40B4-BE49-F238E27FC236}">
                <a16:creationId xmlns:a16="http://schemas.microsoft.com/office/drawing/2014/main" id="{F4B51B85-1B4E-BA1E-A56D-7A95BBE503D9}"/>
              </a:ext>
            </a:extLst>
          </p:cNvPr>
          <p:cNvPicPr>
            <a:picLocks noChangeAspect="1"/>
          </p:cNvPicPr>
          <p:nvPr/>
        </p:nvPicPr>
        <p:blipFill>
          <a:blip r:embed="rId2"/>
          <a:srcRect/>
          <a:stretch/>
        </p:blipFill>
        <p:spPr>
          <a:xfrm>
            <a:off x="7694310" y="322588"/>
            <a:ext cx="775215" cy="614114"/>
          </a:xfrm>
          <a:prstGeom prst="rect">
            <a:avLst/>
          </a:prstGeom>
        </p:spPr>
      </p:pic>
    </p:spTree>
    <p:extLst>
      <p:ext uri="{BB962C8B-B14F-4D97-AF65-F5344CB8AC3E}">
        <p14:creationId xmlns:p14="http://schemas.microsoft.com/office/powerpoint/2010/main" val="111587142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Short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EB7F10-EF86-25FC-8DEF-881048F7E9B8}"/>
              </a:ext>
            </a:extLst>
          </p:cNvPr>
          <p:cNvSpPr/>
          <p:nvPr/>
        </p:nvSpPr>
        <p:spPr>
          <a:xfrm>
            <a:off x="0" y="0"/>
            <a:ext cx="9144000"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EA230138-8477-7EC8-9EC7-C5AC2AFC0224}"/>
              </a:ext>
            </a:extLst>
          </p:cNvPr>
          <p:cNvSpPr>
            <a:spLocks noGrp="1"/>
          </p:cNvSpPr>
          <p:nvPr>
            <p:ph type="ctrTitle"/>
          </p:nvPr>
        </p:nvSpPr>
        <p:spPr>
          <a:xfrm>
            <a:off x="588581" y="326827"/>
            <a:ext cx="5111585" cy="616148"/>
          </a:xfrm>
        </p:spPr>
        <p:txBody>
          <a:bodyPr anchor="ctr">
            <a:normAutofit/>
          </a:bodyPr>
          <a:lstStyle>
            <a:lvl1pPr>
              <a:defRPr sz="3375" spc="-15" baseline="0">
                <a:solidFill>
                  <a:srgbClr val="1FB099"/>
                </a:solidFill>
              </a:defRPr>
            </a:lvl1pPr>
          </a:lstStyle>
          <a:p>
            <a:r>
              <a:rPr lang="en-US"/>
              <a:t>Click to edit Master title style</a:t>
            </a:r>
            <a:endParaRPr lang="en-US" dirty="0"/>
          </a:p>
        </p:txBody>
      </p:sp>
      <p:cxnSp>
        <p:nvCxnSpPr>
          <p:cNvPr id="16" name="Straight Connector 15">
            <a:extLst>
              <a:ext uri="{FF2B5EF4-FFF2-40B4-BE49-F238E27FC236}">
                <a16:creationId xmlns:a16="http://schemas.microsoft.com/office/drawing/2014/main" id="{F7E268E7-063C-558C-0AB5-01E0190DF484}"/>
              </a:ext>
            </a:extLst>
          </p:cNvPr>
          <p:cNvCxnSpPr>
            <a:cxnSpLocks/>
          </p:cNvCxnSpPr>
          <p:nvPr/>
        </p:nvCxnSpPr>
        <p:spPr>
          <a:xfrm flipV="1">
            <a:off x="669727" y="2295525"/>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1" name="Text Placeholder 20">
            <a:extLst>
              <a:ext uri="{FF2B5EF4-FFF2-40B4-BE49-F238E27FC236}">
                <a16:creationId xmlns:a16="http://schemas.microsoft.com/office/drawing/2014/main" id="{CC9F876B-7853-EF9F-2B23-FD60E115265F}"/>
              </a:ext>
            </a:extLst>
          </p:cNvPr>
          <p:cNvSpPr>
            <a:spLocks noGrp="1"/>
          </p:cNvSpPr>
          <p:nvPr>
            <p:ph type="body" sz="quarter" idx="11" hasCustomPrompt="1"/>
          </p:nvPr>
        </p:nvSpPr>
        <p:spPr>
          <a:xfrm>
            <a:off x="3755230" y="1920479"/>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52" name="Text Placeholder 50">
            <a:extLst>
              <a:ext uri="{FF2B5EF4-FFF2-40B4-BE49-F238E27FC236}">
                <a16:creationId xmlns:a16="http://schemas.microsoft.com/office/drawing/2014/main" id="{4A05B779-475B-9225-EA01-F7213AB4F699}"/>
              </a:ext>
            </a:extLst>
          </p:cNvPr>
          <p:cNvSpPr>
            <a:spLocks noGrp="1"/>
          </p:cNvSpPr>
          <p:nvPr>
            <p:ph type="body" sz="quarter" idx="17" hasCustomPrompt="1"/>
          </p:nvPr>
        </p:nvSpPr>
        <p:spPr>
          <a:xfrm>
            <a:off x="588581" y="1920478"/>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54" name="Text Placeholder 20">
            <a:extLst>
              <a:ext uri="{FF2B5EF4-FFF2-40B4-BE49-F238E27FC236}">
                <a16:creationId xmlns:a16="http://schemas.microsoft.com/office/drawing/2014/main" id="{81BEADE3-09FA-0D4E-E54E-C559449693A1}"/>
              </a:ext>
            </a:extLst>
          </p:cNvPr>
          <p:cNvSpPr>
            <a:spLocks noGrp="1"/>
          </p:cNvSpPr>
          <p:nvPr>
            <p:ph type="body" sz="quarter" idx="18" hasCustomPrompt="1"/>
          </p:nvPr>
        </p:nvSpPr>
        <p:spPr>
          <a:xfrm>
            <a:off x="3755230" y="2311599"/>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57" name="Text Placeholder 20">
            <a:extLst>
              <a:ext uri="{FF2B5EF4-FFF2-40B4-BE49-F238E27FC236}">
                <a16:creationId xmlns:a16="http://schemas.microsoft.com/office/drawing/2014/main" id="{1358DE9F-3A28-2652-C296-A1C00F9491B5}"/>
              </a:ext>
            </a:extLst>
          </p:cNvPr>
          <p:cNvSpPr>
            <a:spLocks noGrp="1"/>
          </p:cNvSpPr>
          <p:nvPr>
            <p:ph type="body" sz="quarter" idx="20" hasCustomPrompt="1"/>
          </p:nvPr>
        </p:nvSpPr>
        <p:spPr>
          <a:xfrm>
            <a:off x="3755230" y="269200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58" name="Text Placeholder 50">
            <a:extLst>
              <a:ext uri="{FF2B5EF4-FFF2-40B4-BE49-F238E27FC236}">
                <a16:creationId xmlns:a16="http://schemas.microsoft.com/office/drawing/2014/main" id="{15070990-862B-2BF6-46E1-F5F21F887613}"/>
              </a:ext>
            </a:extLst>
          </p:cNvPr>
          <p:cNvSpPr>
            <a:spLocks noGrp="1"/>
          </p:cNvSpPr>
          <p:nvPr>
            <p:ph type="body" sz="quarter" idx="21" hasCustomPrompt="1"/>
          </p:nvPr>
        </p:nvSpPr>
        <p:spPr>
          <a:xfrm>
            <a:off x="588581" y="269200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0" name="Text Placeholder 20">
            <a:extLst>
              <a:ext uri="{FF2B5EF4-FFF2-40B4-BE49-F238E27FC236}">
                <a16:creationId xmlns:a16="http://schemas.microsoft.com/office/drawing/2014/main" id="{343EC808-FE7A-3FDA-F92B-5BE159CE4BB7}"/>
              </a:ext>
            </a:extLst>
          </p:cNvPr>
          <p:cNvSpPr>
            <a:spLocks noGrp="1"/>
          </p:cNvSpPr>
          <p:nvPr>
            <p:ph type="body" sz="quarter" idx="22" hasCustomPrompt="1"/>
          </p:nvPr>
        </p:nvSpPr>
        <p:spPr>
          <a:xfrm>
            <a:off x="3755230" y="308312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61" name="Text Placeholder 50">
            <a:extLst>
              <a:ext uri="{FF2B5EF4-FFF2-40B4-BE49-F238E27FC236}">
                <a16:creationId xmlns:a16="http://schemas.microsoft.com/office/drawing/2014/main" id="{FE820928-728F-749D-4FC1-B8A26A26A44D}"/>
              </a:ext>
            </a:extLst>
          </p:cNvPr>
          <p:cNvSpPr>
            <a:spLocks noGrp="1"/>
          </p:cNvSpPr>
          <p:nvPr>
            <p:ph type="body" sz="quarter" idx="23" hasCustomPrompt="1"/>
          </p:nvPr>
        </p:nvSpPr>
        <p:spPr>
          <a:xfrm>
            <a:off x="588581" y="308312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3" name="Text Placeholder 20">
            <a:extLst>
              <a:ext uri="{FF2B5EF4-FFF2-40B4-BE49-F238E27FC236}">
                <a16:creationId xmlns:a16="http://schemas.microsoft.com/office/drawing/2014/main" id="{3FA30940-0868-D415-0C84-D5397022B05E}"/>
              </a:ext>
            </a:extLst>
          </p:cNvPr>
          <p:cNvSpPr>
            <a:spLocks noGrp="1"/>
          </p:cNvSpPr>
          <p:nvPr>
            <p:ph type="body" sz="quarter" idx="24" hasCustomPrompt="1"/>
          </p:nvPr>
        </p:nvSpPr>
        <p:spPr>
          <a:xfrm>
            <a:off x="3755230" y="347424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64" name="Text Placeholder 50">
            <a:extLst>
              <a:ext uri="{FF2B5EF4-FFF2-40B4-BE49-F238E27FC236}">
                <a16:creationId xmlns:a16="http://schemas.microsoft.com/office/drawing/2014/main" id="{B06B22EE-D61B-734A-2898-1D82BCDC070E}"/>
              </a:ext>
            </a:extLst>
          </p:cNvPr>
          <p:cNvSpPr>
            <a:spLocks noGrp="1"/>
          </p:cNvSpPr>
          <p:nvPr>
            <p:ph type="body" sz="quarter" idx="25" hasCustomPrompt="1"/>
          </p:nvPr>
        </p:nvSpPr>
        <p:spPr>
          <a:xfrm>
            <a:off x="588581" y="3474243"/>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6" name="Text Placeholder 20">
            <a:extLst>
              <a:ext uri="{FF2B5EF4-FFF2-40B4-BE49-F238E27FC236}">
                <a16:creationId xmlns:a16="http://schemas.microsoft.com/office/drawing/2014/main" id="{BA9A5DB5-DC28-0E81-6F77-A8540F215468}"/>
              </a:ext>
            </a:extLst>
          </p:cNvPr>
          <p:cNvSpPr>
            <a:spLocks noGrp="1"/>
          </p:cNvSpPr>
          <p:nvPr>
            <p:ph type="body" sz="quarter" idx="26" hasCustomPrompt="1"/>
          </p:nvPr>
        </p:nvSpPr>
        <p:spPr>
          <a:xfrm>
            <a:off x="3755230" y="3865364"/>
            <a:ext cx="627459" cy="358974"/>
          </a:xfrm>
        </p:spPr>
        <p:txBody>
          <a:bodyPr anchor="ctr">
            <a:normAutofit/>
          </a:bodyPr>
          <a:lstStyle>
            <a:lvl1pPr marL="0" indent="0" algn="r">
              <a:buNone/>
              <a:defRPr sz="1650">
                <a:solidFill>
                  <a:schemeClr val="bg1"/>
                </a:solidFill>
              </a:defRPr>
            </a:lvl1pPr>
          </a:lstStyle>
          <a:p>
            <a:pPr lvl="0"/>
            <a:r>
              <a:rPr lang="en-US" dirty="0"/>
              <a:t>00</a:t>
            </a:r>
          </a:p>
        </p:txBody>
      </p:sp>
      <p:sp>
        <p:nvSpPr>
          <p:cNvPr id="67" name="Text Placeholder 50">
            <a:extLst>
              <a:ext uri="{FF2B5EF4-FFF2-40B4-BE49-F238E27FC236}">
                <a16:creationId xmlns:a16="http://schemas.microsoft.com/office/drawing/2014/main" id="{AF31482A-C39A-4C28-EB71-353132F92F78}"/>
              </a:ext>
            </a:extLst>
          </p:cNvPr>
          <p:cNvSpPr>
            <a:spLocks noGrp="1"/>
          </p:cNvSpPr>
          <p:nvPr>
            <p:ph type="body" sz="quarter" idx="27" hasCustomPrompt="1"/>
          </p:nvPr>
        </p:nvSpPr>
        <p:spPr>
          <a:xfrm>
            <a:off x="588581" y="3865364"/>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103" name="Straight Connector 102">
            <a:extLst>
              <a:ext uri="{FF2B5EF4-FFF2-40B4-BE49-F238E27FC236}">
                <a16:creationId xmlns:a16="http://schemas.microsoft.com/office/drawing/2014/main" id="{DA996A2B-9459-F53B-194E-A4B5BB685DD0}"/>
              </a:ext>
            </a:extLst>
          </p:cNvPr>
          <p:cNvCxnSpPr>
            <a:cxnSpLocks/>
          </p:cNvCxnSpPr>
          <p:nvPr/>
        </p:nvCxnSpPr>
        <p:spPr>
          <a:xfrm flipV="1">
            <a:off x="669727" y="2682711"/>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53E02C24-CACC-AB98-B151-F38299E058D3}"/>
              </a:ext>
            </a:extLst>
          </p:cNvPr>
          <p:cNvCxnSpPr>
            <a:cxnSpLocks/>
          </p:cNvCxnSpPr>
          <p:nvPr/>
        </p:nvCxnSpPr>
        <p:spPr>
          <a:xfrm flipV="1">
            <a:off x="669727" y="306989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2ABA63BF-7FD1-38CA-D9FF-C9D59D292787}"/>
              </a:ext>
            </a:extLst>
          </p:cNvPr>
          <p:cNvCxnSpPr>
            <a:cxnSpLocks/>
          </p:cNvCxnSpPr>
          <p:nvPr/>
        </p:nvCxnSpPr>
        <p:spPr>
          <a:xfrm flipV="1">
            <a:off x="669727" y="3457083"/>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D78C1B00-EE10-D08B-9BD1-C044DDC0062F}"/>
              </a:ext>
            </a:extLst>
          </p:cNvPr>
          <p:cNvCxnSpPr>
            <a:cxnSpLocks/>
          </p:cNvCxnSpPr>
          <p:nvPr/>
        </p:nvCxnSpPr>
        <p:spPr>
          <a:xfrm flipV="1">
            <a:off x="669727" y="3849330"/>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736F9AA8-3998-B09E-4AC6-10E4BE83B0B1}"/>
              </a:ext>
            </a:extLst>
          </p:cNvPr>
          <p:cNvCxnSpPr>
            <a:cxnSpLocks/>
          </p:cNvCxnSpPr>
          <p:nvPr/>
        </p:nvCxnSpPr>
        <p:spPr>
          <a:xfrm flipV="1">
            <a:off x="669727" y="423904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0" name="Text Placeholder 50">
            <a:extLst>
              <a:ext uri="{FF2B5EF4-FFF2-40B4-BE49-F238E27FC236}">
                <a16:creationId xmlns:a16="http://schemas.microsoft.com/office/drawing/2014/main" id="{93954133-0E24-39AA-2F47-321ED4F82195}"/>
              </a:ext>
            </a:extLst>
          </p:cNvPr>
          <p:cNvSpPr>
            <a:spLocks noGrp="1"/>
          </p:cNvSpPr>
          <p:nvPr>
            <p:ph type="body" sz="quarter" idx="19" hasCustomPrompt="1"/>
          </p:nvPr>
        </p:nvSpPr>
        <p:spPr>
          <a:xfrm>
            <a:off x="588581" y="2311598"/>
            <a:ext cx="3166648" cy="358974"/>
          </a:xfrm>
        </p:spPr>
        <p:txBody>
          <a:bodyPr anchor="ctr">
            <a:noAutofit/>
          </a:bodyPr>
          <a:lstStyle>
            <a:lvl1pPr marL="0" indent="0" algn="l">
              <a:buNone/>
              <a:defRPr sz="1650" b="0" i="0">
                <a:solidFill>
                  <a:schemeClr val="bg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53" name="Footer Placeholder 152">
            <a:extLst>
              <a:ext uri="{FF2B5EF4-FFF2-40B4-BE49-F238E27FC236}">
                <a16:creationId xmlns:a16="http://schemas.microsoft.com/office/drawing/2014/main" id="{6A99EB43-16FB-D0E1-1444-EDFC9E16E95F}"/>
              </a:ext>
            </a:extLst>
          </p:cNvPr>
          <p:cNvSpPr>
            <a:spLocks noGrp="1"/>
          </p:cNvSpPr>
          <p:nvPr>
            <p:ph type="ftr" sz="quarter" idx="28"/>
          </p:nvPr>
        </p:nvSpPr>
        <p:spPr/>
        <p:txBody>
          <a:bodyPr/>
          <a:lstStyle>
            <a:lvl1pPr>
              <a:defRPr>
                <a:solidFill>
                  <a:schemeClr val="bg1"/>
                </a:solidFill>
              </a:defRPr>
            </a:lvl1pPr>
          </a:lstStyle>
          <a:p>
            <a:r>
              <a:rPr lang="en-US"/>
              <a:t>Presentation Title</a:t>
            </a:r>
            <a:endParaRPr lang="en-US" dirty="0"/>
          </a:p>
        </p:txBody>
      </p:sp>
      <p:sp>
        <p:nvSpPr>
          <p:cNvPr id="154" name="Slide Number Placeholder 153">
            <a:extLst>
              <a:ext uri="{FF2B5EF4-FFF2-40B4-BE49-F238E27FC236}">
                <a16:creationId xmlns:a16="http://schemas.microsoft.com/office/drawing/2014/main" id="{C080974C-4C15-3619-4530-52BC0E4DDC46}"/>
              </a:ext>
            </a:extLst>
          </p:cNvPr>
          <p:cNvSpPr>
            <a:spLocks noGrp="1"/>
          </p:cNvSpPr>
          <p:nvPr>
            <p:ph type="sldNum" sz="quarter" idx="29"/>
          </p:nvPr>
        </p:nvSpPr>
        <p:spPr/>
        <p:txBody>
          <a:bodyPr/>
          <a:lstStyle>
            <a:lvl1pPr>
              <a:defRPr>
                <a:solidFill>
                  <a:schemeClr val="bg1"/>
                </a:solidFill>
              </a:defRPr>
            </a:lvl1pPr>
          </a:lstStyle>
          <a:p>
            <a:fld id="{A4F64288-DB08-144D-ABF4-BD40C5961FED}" type="slidenum">
              <a:rPr lang="en-AU" smtClean="0"/>
              <a:pPr/>
              <a:t>‹#›</a:t>
            </a:fld>
            <a:endParaRPr lang="en-AU"/>
          </a:p>
        </p:txBody>
      </p:sp>
      <p:pic>
        <p:nvPicPr>
          <p:cNvPr id="4" name="Picture 3">
            <a:extLst>
              <a:ext uri="{FF2B5EF4-FFF2-40B4-BE49-F238E27FC236}">
                <a16:creationId xmlns:a16="http://schemas.microsoft.com/office/drawing/2014/main" id="{BEACC821-9EDD-D4E0-3911-6FDDDEF36F87}"/>
              </a:ext>
            </a:extLst>
          </p:cNvPr>
          <p:cNvPicPr>
            <a:picLocks noChangeAspect="1"/>
          </p:cNvPicPr>
          <p:nvPr/>
        </p:nvPicPr>
        <p:blipFill>
          <a:blip r:embed="rId2"/>
          <a:srcRect/>
          <a:stretch/>
        </p:blipFill>
        <p:spPr>
          <a:xfrm>
            <a:off x="7694310" y="320086"/>
            <a:ext cx="775215" cy="614114"/>
          </a:xfrm>
          <a:prstGeom prst="rect">
            <a:avLst/>
          </a:prstGeom>
        </p:spPr>
      </p:pic>
    </p:spTree>
    <p:extLst>
      <p:ext uri="{BB962C8B-B14F-4D97-AF65-F5344CB8AC3E}">
        <p14:creationId xmlns:p14="http://schemas.microsoft.com/office/powerpoint/2010/main" val="60077178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Long Ligh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A230138-8477-7EC8-9EC7-C5AC2AFC0224}"/>
              </a:ext>
            </a:extLst>
          </p:cNvPr>
          <p:cNvSpPr>
            <a:spLocks noGrp="1"/>
          </p:cNvSpPr>
          <p:nvPr>
            <p:ph type="ctrTitle"/>
          </p:nvPr>
        </p:nvSpPr>
        <p:spPr>
          <a:xfrm>
            <a:off x="588581" y="326827"/>
            <a:ext cx="5111585" cy="616148"/>
          </a:xfrm>
        </p:spPr>
        <p:txBody>
          <a:bodyPr anchor="ctr">
            <a:normAutofit/>
          </a:bodyPr>
          <a:lstStyle>
            <a:lvl1pPr>
              <a:defRPr sz="3375" spc="-15" baseline="0">
                <a:solidFill>
                  <a:srgbClr val="1FB099"/>
                </a:solidFill>
              </a:defRPr>
            </a:lvl1pPr>
          </a:lstStyle>
          <a:p>
            <a:r>
              <a:rPr lang="en-US"/>
              <a:t>Click to edit Master title style</a:t>
            </a:r>
            <a:endParaRPr lang="en-US" dirty="0"/>
          </a:p>
        </p:txBody>
      </p:sp>
      <p:cxnSp>
        <p:nvCxnSpPr>
          <p:cNvPr id="16" name="Straight Connector 15">
            <a:extLst>
              <a:ext uri="{FF2B5EF4-FFF2-40B4-BE49-F238E27FC236}">
                <a16:creationId xmlns:a16="http://schemas.microsoft.com/office/drawing/2014/main" id="{F7E268E7-063C-558C-0AB5-01E0190DF484}"/>
              </a:ext>
            </a:extLst>
          </p:cNvPr>
          <p:cNvCxnSpPr>
            <a:cxnSpLocks/>
          </p:cNvCxnSpPr>
          <p:nvPr/>
        </p:nvCxnSpPr>
        <p:spPr>
          <a:xfrm flipV="1">
            <a:off x="669727" y="2295525"/>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1" name="Text Placeholder 20">
            <a:extLst>
              <a:ext uri="{FF2B5EF4-FFF2-40B4-BE49-F238E27FC236}">
                <a16:creationId xmlns:a16="http://schemas.microsoft.com/office/drawing/2014/main" id="{CC9F876B-7853-EF9F-2B23-FD60E115265F}"/>
              </a:ext>
            </a:extLst>
          </p:cNvPr>
          <p:cNvSpPr>
            <a:spLocks noGrp="1"/>
          </p:cNvSpPr>
          <p:nvPr>
            <p:ph type="body" sz="quarter" idx="11" hasCustomPrompt="1"/>
          </p:nvPr>
        </p:nvSpPr>
        <p:spPr>
          <a:xfrm>
            <a:off x="3755230" y="1920479"/>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52" name="Text Placeholder 50">
            <a:extLst>
              <a:ext uri="{FF2B5EF4-FFF2-40B4-BE49-F238E27FC236}">
                <a16:creationId xmlns:a16="http://schemas.microsoft.com/office/drawing/2014/main" id="{4A05B779-475B-9225-EA01-F7213AB4F699}"/>
              </a:ext>
            </a:extLst>
          </p:cNvPr>
          <p:cNvSpPr>
            <a:spLocks noGrp="1"/>
          </p:cNvSpPr>
          <p:nvPr>
            <p:ph type="body" sz="quarter" idx="17" hasCustomPrompt="1"/>
          </p:nvPr>
        </p:nvSpPr>
        <p:spPr>
          <a:xfrm>
            <a:off x="588581" y="1920478"/>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54" name="Text Placeholder 20">
            <a:extLst>
              <a:ext uri="{FF2B5EF4-FFF2-40B4-BE49-F238E27FC236}">
                <a16:creationId xmlns:a16="http://schemas.microsoft.com/office/drawing/2014/main" id="{81BEADE3-09FA-0D4E-E54E-C559449693A1}"/>
              </a:ext>
            </a:extLst>
          </p:cNvPr>
          <p:cNvSpPr>
            <a:spLocks noGrp="1"/>
          </p:cNvSpPr>
          <p:nvPr>
            <p:ph type="body" sz="quarter" idx="18" hasCustomPrompt="1"/>
          </p:nvPr>
        </p:nvSpPr>
        <p:spPr>
          <a:xfrm>
            <a:off x="3755230" y="2311599"/>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57" name="Text Placeholder 20">
            <a:extLst>
              <a:ext uri="{FF2B5EF4-FFF2-40B4-BE49-F238E27FC236}">
                <a16:creationId xmlns:a16="http://schemas.microsoft.com/office/drawing/2014/main" id="{1358DE9F-3A28-2652-C296-A1C00F9491B5}"/>
              </a:ext>
            </a:extLst>
          </p:cNvPr>
          <p:cNvSpPr>
            <a:spLocks noGrp="1"/>
          </p:cNvSpPr>
          <p:nvPr>
            <p:ph type="body" sz="quarter" idx="20" hasCustomPrompt="1"/>
          </p:nvPr>
        </p:nvSpPr>
        <p:spPr>
          <a:xfrm>
            <a:off x="3755230" y="269200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58" name="Text Placeholder 50">
            <a:extLst>
              <a:ext uri="{FF2B5EF4-FFF2-40B4-BE49-F238E27FC236}">
                <a16:creationId xmlns:a16="http://schemas.microsoft.com/office/drawing/2014/main" id="{15070990-862B-2BF6-46E1-F5F21F887613}"/>
              </a:ext>
            </a:extLst>
          </p:cNvPr>
          <p:cNvSpPr>
            <a:spLocks noGrp="1"/>
          </p:cNvSpPr>
          <p:nvPr>
            <p:ph type="body" sz="quarter" idx="21" hasCustomPrompt="1"/>
          </p:nvPr>
        </p:nvSpPr>
        <p:spPr>
          <a:xfrm>
            <a:off x="588581" y="269200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0" name="Text Placeholder 20">
            <a:extLst>
              <a:ext uri="{FF2B5EF4-FFF2-40B4-BE49-F238E27FC236}">
                <a16:creationId xmlns:a16="http://schemas.microsoft.com/office/drawing/2014/main" id="{343EC808-FE7A-3FDA-F92B-5BE159CE4BB7}"/>
              </a:ext>
            </a:extLst>
          </p:cNvPr>
          <p:cNvSpPr>
            <a:spLocks noGrp="1"/>
          </p:cNvSpPr>
          <p:nvPr>
            <p:ph type="body" sz="quarter" idx="22" hasCustomPrompt="1"/>
          </p:nvPr>
        </p:nvSpPr>
        <p:spPr>
          <a:xfrm>
            <a:off x="3755230" y="308312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61" name="Text Placeholder 50">
            <a:extLst>
              <a:ext uri="{FF2B5EF4-FFF2-40B4-BE49-F238E27FC236}">
                <a16:creationId xmlns:a16="http://schemas.microsoft.com/office/drawing/2014/main" id="{FE820928-728F-749D-4FC1-B8A26A26A44D}"/>
              </a:ext>
            </a:extLst>
          </p:cNvPr>
          <p:cNvSpPr>
            <a:spLocks noGrp="1"/>
          </p:cNvSpPr>
          <p:nvPr>
            <p:ph type="body" sz="quarter" idx="23" hasCustomPrompt="1"/>
          </p:nvPr>
        </p:nvSpPr>
        <p:spPr>
          <a:xfrm>
            <a:off x="588581" y="308312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3" name="Text Placeholder 20">
            <a:extLst>
              <a:ext uri="{FF2B5EF4-FFF2-40B4-BE49-F238E27FC236}">
                <a16:creationId xmlns:a16="http://schemas.microsoft.com/office/drawing/2014/main" id="{3FA30940-0868-D415-0C84-D5397022B05E}"/>
              </a:ext>
            </a:extLst>
          </p:cNvPr>
          <p:cNvSpPr>
            <a:spLocks noGrp="1"/>
          </p:cNvSpPr>
          <p:nvPr>
            <p:ph type="body" sz="quarter" idx="24" hasCustomPrompt="1"/>
          </p:nvPr>
        </p:nvSpPr>
        <p:spPr>
          <a:xfrm>
            <a:off x="3755230" y="347424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64" name="Text Placeholder 50">
            <a:extLst>
              <a:ext uri="{FF2B5EF4-FFF2-40B4-BE49-F238E27FC236}">
                <a16:creationId xmlns:a16="http://schemas.microsoft.com/office/drawing/2014/main" id="{B06B22EE-D61B-734A-2898-1D82BCDC070E}"/>
              </a:ext>
            </a:extLst>
          </p:cNvPr>
          <p:cNvSpPr>
            <a:spLocks noGrp="1"/>
          </p:cNvSpPr>
          <p:nvPr>
            <p:ph type="body" sz="quarter" idx="25" hasCustomPrompt="1"/>
          </p:nvPr>
        </p:nvSpPr>
        <p:spPr>
          <a:xfrm>
            <a:off x="588581" y="347424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6" name="Text Placeholder 20">
            <a:extLst>
              <a:ext uri="{FF2B5EF4-FFF2-40B4-BE49-F238E27FC236}">
                <a16:creationId xmlns:a16="http://schemas.microsoft.com/office/drawing/2014/main" id="{BA9A5DB5-DC28-0E81-6F77-A8540F215468}"/>
              </a:ext>
            </a:extLst>
          </p:cNvPr>
          <p:cNvSpPr>
            <a:spLocks noGrp="1"/>
          </p:cNvSpPr>
          <p:nvPr>
            <p:ph type="body" sz="quarter" idx="26" hasCustomPrompt="1"/>
          </p:nvPr>
        </p:nvSpPr>
        <p:spPr>
          <a:xfrm>
            <a:off x="3755230" y="386536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67" name="Text Placeholder 50">
            <a:extLst>
              <a:ext uri="{FF2B5EF4-FFF2-40B4-BE49-F238E27FC236}">
                <a16:creationId xmlns:a16="http://schemas.microsoft.com/office/drawing/2014/main" id="{AF31482A-C39A-4C28-EB71-353132F92F78}"/>
              </a:ext>
            </a:extLst>
          </p:cNvPr>
          <p:cNvSpPr>
            <a:spLocks noGrp="1"/>
          </p:cNvSpPr>
          <p:nvPr>
            <p:ph type="body" sz="quarter" idx="27" hasCustomPrompt="1"/>
          </p:nvPr>
        </p:nvSpPr>
        <p:spPr>
          <a:xfrm>
            <a:off x="588581" y="3865364"/>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103" name="Straight Connector 102">
            <a:extLst>
              <a:ext uri="{FF2B5EF4-FFF2-40B4-BE49-F238E27FC236}">
                <a16:creationId xmlns:a16="http://schemas.microsoft.com/office/drawing/2014/main" id="{DA996A2B-9459-F53B-194E-A4B5BB685DD0}"/>
              </a:ext>
            </a:extLst>
          </p:cNvPr>
          <p:cNvCxnSpPr>
            <a:cxnSpLocks/>
          </p:cNvCxnSpPr>
          <p:nvPr/>
        </p:nvCxnSpPr>
        <p:spPr>
          <a:xfrm flipV="1">
            <a:off x="669727" y="2682711"/>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53E02C24-CACC-AB98-B151-F38299E058D3}"/>
              </a:ext>
            </a:extLst>
          </p:cNvPr>
          <p:cNvCxnSpPr>
            <a:cxnSpLocks/>
          </p:cNvCxnSpPr>
          <p:nvPr/>
        </p:nvCxnSpPr>
        <p:spPr>
          <a:xfrm flipV="1">
            <a:off x="669727" y="3069897"/>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2ABA63BF-7FD1-38CA-D9FF-C9D59D292787}"/>
              </a:ext>
            </a:extLst>
          </p:cNvPr>
          <p:cNvCxnSpPr>
            <a:cxnSpLocks/>
          </p:cNvCxnSpPr>
          <p:nvPr/>
        </p:nvCxnSpPr>
        <p:spPr>
          <a:xfrm flipV="1">
            <a:off x="669727" y="3457083"/>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D78C1B00-EE10-D08B-9BD1-C044DDC0062F}"/>
              </a:ext>
            </a:extLst>
          </p:cNvPr>
          <p:cNvCxnSpPr>
            <a:cxnSpLocks/>
          </p:cNvCxnSpPr>
          <p:nvPr/>
        </p:nvCxnSpPr>
        <p:spPr>
          <a:xfrm flipV="1">
            <a:off x="669727" y="3849330"/>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736F9AA8-3998-B09E-4AC6-10E4BE83B0B1}"/>
              </a:ext>
            </a:extLst>
          </p:cNvPr>
          <p:cNvCxnSpPr>
            <a:cxnSpLocks/>
          </p:cNvCxnSpPr>
          <p:nvPr/>
        </p:nvCxnSpPr>
        <p:spPr>
          <a:xfrm flipV="1">
            <a:off x="669727" y="423904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0" name="Text Placeholder 50">
            <a:extLst>
              <a:ext uri="{FF2B5EF4-FFF2-40B4-BE49-F238E27FC236}">
                <a16:creationId xmlns:a16="http://schemas.microsoft.com/office/drawing/2014/main" id="{93954133-0E24-39AA-2F47-321ED4F82195}"/>
              </a:ext>
            </a:extLst>
          </p:cNvPr>
          <p:cNvSpPr>
            <a:spLocks noGrp="1"/>
          </p:cNvSpPr>
          <p:nvPr>
            <p:ph type="body" sz="quarter" idx="19" hasCustomPrompt="1"/>
          </p:nvPr>
        </p:nvSpPr>
        <p:spPr>
          <a:xfrm>
            <a:off x="588581" y="2311598"/>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131" name="Straight Connector 130">
            <a:extLst>
              <a:ext uri="{FF2B5EF4-FFF2-40B4-BE49-F238E27FC236}">
                <a16:creationId xmlns:a16="http://schemas.microsoft.com/office/drawing/2014/main" id="{EEFCAFDC-923C-9173-42B5-87EF8658715C}"/>
              </a:ext>
            </a:extLst>
          </p:cNvPr>
          <p:cNvCxnSpPr>
            <a:cxnSpLocks/>
          </p:cNvCxnSpPr>
          <p:nvPr/>
        </p:nvCxnSpPr>
        <p:spPr>
          <a:xfrm flipV="1">
            <a:off x="4765299" y="2295525"/>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2" name="Text Placeholder 20">
            <a:extLst>
              <a:ext uri="{FF2B5EF4-FFF2-40B4-BE49-F238E27FC236}">
                <a16:creationId xmlns:a16="http://schemas.microsoft.com/office/drawing/2014/main" id="{26BE7680-CBB2-A9A5-E944-7CE02F30767F}"/>
              </a:ext>
            </a:extLst>
          </p:cNvPr>
          <p:cNvSpPr>
            <a:spLocks noGrp="1"/>
          </p:cNvSpPr>
          <p:nvPr>
            <p:ph type="body" sz="quarter" idx="28" hasCustomPrompt="1"/>
          </p:nvPr>
        </p:nvSpPr>
        <p:spPr>
          <a:xfrm>
            <a:off x="7850802" y="1920479"/>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33" name="Text Placeholder 50">
            <a:extLst>
              <a:ext uri="{FF2B5EF4-FFF2-40B4-BE49-F238E27FC236}">
                <a16:creationId xmlns:a16="http://schemas.microsoft.com/office/drawing/2014/main" id="{5F6FF620-3BAB-44AD-A671-7CF4A4880A12}"/>
              </a:ext>
            </a:extLst>
          </p:cNvPr>
          <p:cNvSpPr>
            <a:spLocks noGrp="1"/>
          </p:cNvSpPr>
          <p:nvPr>
            <p:ph type="body" sz="quarter" idx="29" hasCustomPrompt="1"/>
          </p:nvPr>
        </p:nvSpPr>
        <p:spPr>
          <a:xfrm>
            <a:off x="4684153" y="1920478"/>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34" name="Text Placeholder 20">
            <a:extLst>
              <a:ext uri="{FF2B5EF4-FFF2-40B4-BE49-F238E27FC236}">
                <a16:creationId xmlns:a16="http://schemas.microsoft.com/office/drawing/2014/main" id="{35F4152C-A0A5-51AB-C72F-49879605CDB2}"/>
              </a:ext>
            </a:extLst>
          </p:cNvPr>
          <p:cNvSpPr>
            <a:spLocks noGrp="1"/>
          </p:cNvSpPr>
          <p:nvPr>
            <p:ph type="body" sz="quarter" idx="30" hasCustomPrompt="1"/>
          </p:nvPr>
        </p:nvSpPr>
        <p:spPr>
          <a:xfrm>
            <a:off x="7850802" y="2311599"/>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35" name="Text Placeholder 20">
            <a:extLst>
              <a:ext uri="{FF2B5EF4-FFF2-40B4-BE49-F238E27FC236}">
                <a16:creationId xmlns:a16="http://schemas.microsoft.com/office/drawing/2014/main" id="{5B9CF92B-BAA3-8AF7-333F-ED06639B4825}"/>
              </a:ext>
            </a:extLst>
          </p:cNvPr>
          <p:cNvSpPr>
            <a:spLocks noGrp="1"/>
          </p:cNvSpPr>
          <p:nvPr>
            <p:ph type="body" sz="quarter" idx="31" hasCustomPrompt="1"/>
          </p:nvPr>
        </p:nvSpPr>
        <p:spPr>
          <a:xfrm>
            <a:off x="7850802" y="269200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36" name="Text Placeholder 50">
            <a:extLst>
              <a:ext uri="{FF2B5EF4-FFF2-40B4-BE49-F238E27FC236}">
                <a16:creationId xmlns:a16="http://schemas.microsoft.com/office/drawing/2014/main" id="{10792705-9FE1-E200-E127-49BCE0104409}"/>
              </a:ext>
            </a:extLst>
          </p:cNvPr>
          <p:cNvSpPr>
            <a:spLocks noGrp="1"/>
          </p:cNvSpPr>
          <p:nvPr>
            <p:ph type="body" sz="quarter" idx="32" hasCustomPrompt="1"/>
          </p:nvPr>
        </p:nvSpPr>
        <p:spPr>
          <a:xfrm>
            <a:off x="4684153" y="269200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37" name="Text Placeholder 20">
            <a:extLst>
              <a:ext uri="{FF2B5EF4-FFF2-40B4-BE49-F238E27FC236}">
                <a16:creationId xmlns:a16="http://schemas.microsoft.com/office/drawing/2014/main" id="{FEBCB049-965D-D947-D485-F74EF22C8BBB}"/>
              </a:ext>
            </a:extLst>
          </p:cNvPr>
          <p:cNvSpPr>
            <a:spLocks noGrp="1"/>
          </p:cNvSpPr>
          <p:nvPr>
            <p:ph type="body" sz="quarter" idx="33" hasCustomPrompt="1"/>
          </p:nvPr>
        </p:nvSpPr>
        <p:spPr>
          <a:xfrm>
            <a:off x="7850802" y="308312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38" name="Text Placeholder 50">
            <a:extLst>
              <a:ext uri="{FF2B5EF4-FFF2-40B4-BE49-F238E27FC236}">
                <a16:creationId xmlns:a16="http://schemas.microsoft.com/office/drawing/2014/main" id="{3D482A40-8113-215F-F1E3-9ED7704B8671}"/>
              </a:ext>
            </a:extLst>
          </p:cNvPr>
          <p:cNvSpPr>
            <a:spLocks noGrp="1"/>
          </p:cNvSpPr>
          <p:nvPr>
            <p:ph type="body" sz="quarter" idx="34" hasCustomPrompt="1"/>
          </p:nvPr>
        </p:nvSpPr>
        <p:spPr>
          <a:xfrm>
            <a:off x="4684153" y="308312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39" name="Text Placeholder 20">
            <a:extLst>
              <a:ext uri="{FF2B5EF4-FFF2-40B4-BE49-F238E27FC236}">
                <a16:creationId xmlns:a16="http://schemas.microsoft.com/office/drawing/2014/main" id="{61513CEC-1D95-136F-4755-32A880DCF94D}"/>
              </a:ext>
            </a:extLst>
          </p:cNvPr>
          <p:cNvSpPr>
            <a:spLocks noGrp="1"/>
          </p:cNvSpPr>
          <p:nvPr>
            <p:ph type="body" sz="quarter" idx="35" hasCustomPrompt="1"/>
          </p:nvPr>
        </p:nvSpPr>
        <p:spPr>
          <a:xfrm>
            <a:off x="7850802" y="347424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40" name="Text Placeholder 50">
            <a:extLst>
              <a:ext uri="{FF2B5EF4-FFF2-40B4-BE49-F238E27FC236}">
                <a16:creationId xmlns:a16="http://schemas.microsoft.com/office/drawing/2014/main" id="{5F9D1EAA-EBBB-DA7A-8B59-092AD0278D07}"/>
              </a:ext>
            </a:extLst>
          </p:cNvPr>
          <p:cNvSpPr>
            <a:spLocks noGrp="1"/>
          </p:cNvSpPr>
          <p:nvPr>
            <p:ph type="body" sz="quarter" idx="36" hasCustomPrompt="1"/>
          </p:nvPr>
        </p:nvSpPr>
        <p:spPr>
          <a:xfrm>
            <a:off x="4684153" y="347424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41" name="Text Placeholder 20">
            <a:extLst>
              <a:ext uri="{FF2B5EF4-FFF2-40B4-BE49-F238E27FC236}">
                <a16:creationId xmlns:a16="http://schemas.microsoft.com/office/drawing/2014/main" id="{E5E86525-E762-A4B8-7D3C-B1F90F8626A6}"/>
              </a:ext>
            </a:extLst>
          </p:cNvPr>
          <p:cNvSpPr>
            <a:spLocks noGrp="1"/>
          </p:cNvSpPr>
          <p:nvPr>
            <p:ph type="body" sz="quarter" idx="37" hasCustomPrompt="1"/>
          </p:nvPr>
        </p:nvSpPr>
        <p:spPr>
          <a:xfrm>
            <a:off x="7850802" y="386536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42" name="Text Placeholder 50">
            <a:extLst>
              <a:ext uri="{FF2B5EF4-FFF2-40B4-BE49-F238E27FC236}">
                <a16:creationId xmlns:a16="http://schemas.microsoft.com/office/drawing/2014/main" id="{C9A6D6C6-7223-73BF-FD54-4EEA5D2342D9}"/>
              </a:ext>
            </a:extLst>
          </p:cNvPr>
          <p:cNvSpPr>
            <a:spLocks noGrp="1"/>
          </p:cNvSpPr>
          <p:nvPr>
            <p:ph type="body" sz="quarter" idx="38" hasCustomPrompt="1"/>
          </p:nvPr>
        </p:nvSpPr>
        <p:spPr>
          <a:xfrm>
            <a:off x="4684153" y="3865364"/>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143" name="Straight Connector 142">
            <a:extLst>
              <a:ext uri="{FF2B5EF4-FFF2-40B4-BE49-F238E27FC236}">
                <a16:creationId xmlns:a16="http://schemas.microsoft.com/office/drawing/2014/main" id="{FF276134-A02B-E000-9448-A40F1FFAD37F}"/>
              </a:ext>
            </a:extLst>
          </p:cNvPr>
          <p:cNvCxnSpPr>
            <a:cxnSpLocks/>
          </p:cNvCxnSpPr>
          <p:nvPr/>
        </p:nvCxnSpPr>
        <p:spPr>
          <a:xfrm flipV="1">
            <a:off x="4765299" y="2682711"/>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7D90CCE3-0353-C5D0-E53C-043E4CB25974}"/>
              </a:ext>
            </a:extLst>
          </p:cNvPr>
          <p:cNvCxnSpPr>
            <a:cxnSpLocks/>
          </p:cNvCxnSpPr>
          <p:nvPr/>
        </p:nvCxnSpPr>
        <p:spPr>
          <a:xfrm flipV="1">
            <a:off x="4765299" y="3069897"/>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A654BC64-EE28-6997-A091-96FBE97E315B}"/>
              </a:ext>
            </a:extLst>
          </p:cNvPr>
          <p:cNvCxnSpPr>
            <a:cxnSpLocks/>
          </p:cNvCxnSpPr>
          <p:nvPr/>
        </p:nvCxnSpPr>
        <p:spPr>
          <a:xfrm flipV="1">
            <a:off x="4765299" y="3457083"/>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70D85D9A-2F77-C016-B5C6-9A11A4A8DE1C}"/>
              </a:ext>
            </a:extLst>
          </p:cNvPr>
          <p:cNvCxnSpPr>
            <a:cxnSpLocks/>
          </p:cNvCxnSpPr>
          <p:nvPr/>
        </p:nvCxnSpPr>
        <p:spPr>
          <a:xfrm flipV="1">
            <a:off x="4765299" y="3849330"/>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AAC686F5-9DE2-BCC4-1E09-74334BA582C4}"/>
              </a:ext>
            </a:extLst>
          </p:cNvPr>
          <p:cNvCxnSpPr>
            <a:cxnSpLocks/>
          </p:cNvCxnSpPr>
          <p:nvPr/>
        </p:nvCxnSpPr>
        <p:spPr>
          <a:xfrm flipV="1">
            <a:off x="4765299" y="423904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48" name="Text Placeholder 50">
            <a:extLst>
              <a:ext uri="{FF2B5EF4-FFF2-40B4-BE49-F238E27FC236}">
                <a16:creationId xmlns:a16="http://schemas.microsoft.com/office/drawing/2014/main" id="{988FF4D5-AE58-C1BE-E9BA-9CDA56B8B7AE}"/>
              </a:ext>
            </a:extLst>
          </p:cNvPr>
          <p:cNvSpPr>
            <a:spLocks noGrp="1"/>
          </p:cNvSpPr>
          <p:nvPr>
            <p:ph type="body" sz="quarter" idx="39" hasCustomPrompt="1"/>
          </p:nvPr>
        </p:nvSpPr>
        <p:spPr>
          <a:xfrm>
            <a:off x="4684153" y="2311598"/>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6" name="Footer Placeholder 5">
            <a:extLst>
              <a:ext uri="{FF2B5EF4-FFF2-40B4-BE49-F238E27FC236}">
                <a16:creationId xmlns:a16="http://schemas.microsoft.com/office/drawing/2014/main" id="{DFAB84DE-FED0-92D7-D5D1-0727DFDF25A9}"/>
              </a:ext>
            </a:extLst>
          </p:cNvPr>
          <p:cNvSpPr>
            <a:spLocks noGrp="1"/>
          </p:cNvSpPr>
          <p:nvPr>
            <p:ph type="ftr" sz="quarter" idx="4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42D12C21-8E5D-01A6-AE90-2C44732C5D6F}"/>
              </a:ext>
            </a:extLst>
          </p:cNvPr>
          <p:cNvSpPr>
            <a:spLocks noGrp="1"/>
          </p:cNvSpPr>
          <p:nvPr>
            <p:ph type="sldNum" sz="quarter" idx="41"/>
          </p:nvPr>
        </p:nvSpPr>
        <p:spPr/>
        <p:txBody>
          <a:bodyPr/>
          <a:lstStyle/>
          <a:p>
            <a:fld id="{A4F64288-DB08-144D-ABF4-BD40C5961FED}" type="slidenum">
              <a:rPr lang="en-AU" smtClean="0"/>
              <a:pPr/>
              <a:t>‹#›</a:t>
            </a:fld>
            <a:endParaRPr lang="en-AU"/>
          </a:p>
        </p:txBody>
      </p:sp>
    </p:spTree>
    <p:extLst>
      <p:ext uri="{BB962C8B-B14F-4D97-AF65-F5344CB8AC3E}">
        <p14:creationId xmlns:p14="http://schemas.microsoft.com/office/powerpoint/2010/main" val="16131206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s Short Ligh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A230138-8477-7EC8-9EC7-C5AC2AFC0224}"/>
              </a:ext>
            </a:extLst>
          </p:cNvPr>
          <p:cNvSpPr>
            <a:spLocks noGrp="1"/>
          </p:cNvSpPr>
          <p:nvPr>
            <p:ph type="ctrTitle"/>
          </p:nvPr>
        </p:nvSpPr>
        <p:spPr>
          <a:xfrm>
            <a:off x="588581" y="326827"/>
            <a:ext cx="5111585" cy="616148"/>
          </a:xfrm>
        </p:spPr>
        <p:txBody>
          <a:bodyPr anchor="ctr">
            <a:normAutofit/>
          </a:bodyPr>
          <a:lstStyle>
            <a:lvl1pPr>
              <a:defRPr sz="3375" spc="-15" baseline="0">
                <a:solidFill>
                  <a:srgbClr val="1FB099"/>
                </a:solidFill>
              </a:defRPr>
            </a:lvl1pPr>
          </a:lstStyle>
          <a:p>
            <a:r>
              <a:rPr lang="en-US"/>
              <a:t>Click to edit Master title style</a:t>
            </a:r>
            <a:endParaRPr lang="en-US" dirty="0"/>
          </a:p>
        </p:txBody>
      </p:sp>
      <p:cxnSp>
        <p:nvCxnSpPr>
          <p:cNvPr id="4" name="Straight Connector 3">
            <a:extLst>
              <a:ext uri="{FF2B5EF4-FFF2-40B4-BE49-F238E27FC236}">
                <a16:creationId xmlns:a16="http://schemas.microsoft.com/office/drawing/2014/main" id="{BE2A98B8-D4BB-D1D0-B42F-EB775BA9BFC6}"/>
              </a:ext>
            </a:extLst>
          </p:cNvPr>
          <p:cNvCxnSpPr>
            <a:cxnSpLocks/>
          </p:cNvCxnSpPr>
          <p:nvPr/>
        </p:nvCxnSpPr>
        <p:spPr>
          <a:xfrm flipV="1">
            <a:off x="669727" y="2295525"/>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 name="Text Placeholder 20">
            <a:extLst>
              <a:ext uri="{FF2B5EF4-FFF2-40B4-BE49-F238E27FC236}">
                <a16:creationId xmlns:a16="http://schemas.microsoft.com/office/drawing/2014/main" id="{7B4AB312-C3A5-878D-C085-FDC5B9657E6D}"/>
              </a:ext>
            </a:extLst>
          </p:cNvPr>
          <p:cNvSpPr>
            <a:spLocks noGrp="1"/>
          </p:cNvSpPr>
          <p:nvPr>
            <p:ph type="body" sz="quarter" idx="11" hasCustomPrompt="1"/>
          </p:nvPr>
        </p:nvSpPr>
        <p:spPr>
          <a:xfrm>
            <a:off x="3755230" y="1920479"/>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7" name="Text Placeholder 50">
            <a:extLst>
              <a:ext uri="{FF2B5EF4-FFF2-40B4-BE49-F238E27FC236}">
                <a16:creationId xmlns:a16="http://schemas.microsoft.com/office/drawing/2014/main" id="{D99FDAC3-B4DA-D2ED-122C-C391594F61F1}"/>
              </a:ext>
            </a:extLst>
          </p:cNvPr>
          <p:cNvSpPr>
            <a:spLocks noGrp="1"/>
          </p:cNvSpPr>
          <p:nvPr>
            <p:ph type="body" sz="quarter" idx="17" hasCustomPrompt="1"/>
          </p:nvPr>
        </p:nvSpPr>
        <p:spPr>
          <a:xfrm>
            <a:off x="588581" y="1920478"/>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9" name="Text Placeholder 20">
            <a:extLst>
              <a:ext uri="{FF2B5EF4-FFF2-40B4-BE49-F238E27FC236}">
                <a16:creationId xmlns:a16="http://schemas.microsoft.com/office/drawing/2014/main" id="{7909E252-FEF6-68F4-45B7-0A3C49C80011}"/>
              </a:ext>
            </a:extLst>
          </p:cNvPr>
          <p:cNvSpPr>
            <a:spLocks noGrp="1"/>
          </p:cNvSpPr>
          <p:nvPr>
            <p:ph type="body" sz="quarter" idx="18" hasCustomPrompt="1"/>
          </p:nvPr>
        </p:nvSpPr>
        <p:spPr>
          <a:xfrm>
            <a:off x="3755230" y="2311599"/>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1" name="Text Placeholder 20">
            <a:extLst>
              <a:ext uri="{FF2B5EF4-FFF2-40B4-BE49-F238E27FC236}">
                <a16:creationId xmlns:a16="http://schemas.microsoft.com/office/drawing/2014/main" id="{7FB651A6-A01D-1003-6C50-731E20DF52DE}"/>
              </a:ext>
            </a:extLst>
          </p:cNvPr>
          <p:cNvSpPr>
            <a:spLocks noGrp="1"/>
          </p:cNvSpPr>
          <p:nvPr>
            <p:ph type="body" sz="quarter" idx="20" hasCustomPrompt="1"/>
          </p:nvPr>
        </p:nvSpPr>
        <p:spPr>
          <a:xfrm>
            <a:off x="3755230" y="269200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2" name="Text Placeholder 50">
            <a:extLst>
              <a:ext uri="{FF2B5EF4-FFF2-40B4-BE49-F238E27FC236}">
                <a16:creationId xmlns:a16="http://schemas.microsoft.com/office/drawing/2014/main" id="{C6C23E5A-77AD-EB71-7D66-EE259B4A0B99}"/>
              </a:ext>
            </a:extLst>
          </p:cNvPr>
          <p:cNvSpPr>
            <a:spLocks noGrp="1"/>
          </p:cNvSpPr>
          <p:nvPr>
            <p:ph type="body" sz="quarter" idx="21" hasCustomPrompt="1"/>
          </p:nvPr>
        </p:nvSpPr>
        <p:spPr>
          <a:xfrm>
            <a:off x="588581" y="269200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3" name="Text Placeholder 20">
            <a:extLst>
              <a:ext uri="{FF2B5EF4-FFF2-40B4-BE49-F238E27FC236}">
                <a16:creationId xmlns:a16="http://schemas.microsoft.com/office/drawing/2014/main" id="{8190DF6C-EABB-A306-87E9-3356485F53BF}"/>
              </a:ext>
            </a:extLst>
          </p:cNvPr>
          <p:cNvSpPr>
            <a:spLocks noGrp="1"/>
          </p:cNvSpPr>
          <p:nvPr>
            <p:ph type="body" sz="quarter" idx="22" hasCustomPrompt="1"/>
          </p:nvPr>
        </p:nvSpPr>
        <p:spPr>
          <a:xfrm>
            <a:off x="3755230" y="308312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4" name="Text Placeholder 50">
            <a:extLst>
              <a:ext uri="{FF2B5EF4-FFF2-40B4-BE49-F238E27FC236}">
                <a16:creationId xmlns:a16="http://schemas.microsoft.com/office/drawing/2014/main" id="{4C972C69-93CE-426C-EEAD-36BA7B3650BC}"/>
              </a:ext>
            </a:extLst>
          </p:cNvPr>
          <p:cNvSpPr>
            <a:spLocks noGrp="1"/>
          </p:cNvSpPr>
          <p:nvPr>
            <p:ph type="body" sz="quarter" idx="23" hasCustomPrompt="1"/>
          </p:nvPr>
        </p:nvSpPr>
        <p:spPr>
          <a:xfrm>
            <a:off x="588581" y="308312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5" name="Text Placeholder 20">
            <a:extLst>
              <a:ext uri="{FF2B5EF4-FFF2-40B4-BE49-F238E27FC236}">
                <a16:creationId xmlns:a16="http://schemas.microsoft.com/office/drawing/2014/main" id="{63A340C1-4A5D-2938-C28C-22361B11DDC8}"/>
              </a:ext>
            </a:extLst>
          </p:cNvPr>
          <p:cNvSpPr>
            <a:spLocks noGrp="1"/>
          </p:cNvSpPr>
          <p:nvPr>
            <p:ph type="body" sz="quarter" idx="24" hasCustomPrompt="1"/>
          </p:nvPr>
        </p:nvSpPr>
        <p:spPr>
          <a:xfrm>
            <a:off x="3755230" y="347424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7" name="Text Placeholder 50">
            <a:extLst>
              <a:ext uri="{FF2B5EF4-FFF2-40B4-BE49-F238E27FC236}">
                <a16:creationId xmlns:a16="http://schemas.microsoft.com/office/drawing/2014/main" id="{20226179-6C03-077E-BC98-D9D8A2100915}"/>
              </a:ext>
            </a:extLst>
          </p:cNvPr>
          <p:cNvSpPr>
            <a:spLocks noGrp="1"/>
          </p:cNvSpPr>
          <p:nvPr>
            <p:ph type="body" sz="quarter" idx="25" hasCustomPrompt="1"/>
          </p:nvPr>
        </p:nvSpPr>
        <p:spPr>
          <a:xfrm>
            <a:off x="588581" y="3474243"/>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18" name="Text Placeholder 20">
            <a:extLst>
              <a:ext uri="{FF2B5EF4-FFF2-40B4-BE49-F238E27FC236}">
                <a16:creationId xmlns:a16="http://schemas.microsoft.com/office/drawing/2014/main" id="{69191204-71CE-1622-BE46-8DE05F5144BA}"/>
              </a:ext>
            </a:extLst>
          </p:cNvPr>
          <p:cNvSpPr>
            <a:spLocks noGrp="1"/>
          </p:cNvSpPr>
          <p:nvPr>
            <p:ph type="body" sz="quarter" idx="26" hasCustomPrompt="1"/>
          </p:nvPr>
        </p:nvSpPr>
        <p:spPr>
          <a:xfrm>
            <a:off x="3755230" y="3865364"/>
            <a:ext cx="627459" cy="358974"/>
          </a:xfrm>
        </p:spPr>
        <p:txBody>
          <a:bodyPr anchor="ctr">
            <a:normAutofit/>
          </a:bodyPr>
          <a:lstStyle>
            <a:lvl1pPr marL="0" indent="0" algn="r">
              <a:buNone/>
              <a:defRPr sz="1650">
                <a:solidFill>
                  <a:schemeClr val="tx1"/>
                </a:solidFill>
              </a:defRPr>
            </a:lvl1pPr>
          </a:lstStyle>
          <a:p>
            <a:pPr lvl="0"/>
            <a:r>
              <a:rPr lang="en-US" dirty="0"/>
              <a:t>00</a:t>
            </a:r>
          </a:p>
        </p:txBody>
      </p:sp>
      <p:sp>
        <p:nvSpPr>
          <p:cNvPr id="19" name="Text Placeholder 50">
            <a:extLst>
              <a:ext uri="{FF2B5EF4-FFF2-40B4-BE49-F238E27FC236}">
                <a16:creationId xmlns:a16="http://schemas.microsoft.com/office/drawing/2014/main" id="{0991B4F2-D8FA-2567-A7F2-3208C44A9925}"/>
              </a:ext>
            </a:extLst>
          </p:cNvPr>
          <p:cNvSpPr>
            <a:spLocks noGrp="1"/>
          </p:cNvSpPr>
          <p:nvPr>
            <p:ph type="body" sz="quarter" idx="27" hasCustomPrompt="1"/>
          </p:nvPr>
        </p:nvSpPr>
        <p:spPr>
          <a:xfrm>
            <a:off x="588581" y="3865364"/>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cxnSp>
        <p:nvCxnSpPr>
          <p:cNvPr id="20" name="Straight Connector 19">
            <a:extLst>
              <a:ext uri="{FF2B5EF4-FFF2-40B4-BE49-F238E27FC236}">
                <a16:creationId xmlns:a16="http://schemas.microsoft.com/office/drawing/2014/main" id="{AD097A45-4180-3333-0A3A-4609B9011A32}"/>
              </a:ext>
            </a:extLst>
          </p:cNvPr>
          <p:cNvCxnSpPr>
            <a:cxnSpLocks/>
          </p:cNvCxnSpPr>
          <p:nvPr/>
        </p:nvCxnSpPr>
        <p:spPr>
          <a:xfrm flipV="1">
            <a:off x="669727" y="2682711"/>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57DE87F-2992-249A-E321-DA39DAB638D4}"/>
              </a:ext>
            </a:extLst>
          </p:cNvPr>
          <p:cNvCxnSpPr>
            <a:cxnSpLocks/>
          </p:cNvCxnSpPr>
          <p:nvPr/>
        </p:nvCxnSpPr>
        <p:spPr>
          <a:xfrm flipV="1">
            <a:off x="669727" y="3069897"/>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34A3970-3A64-9F90-E43C-576CCA5D8453}"/>
              </a:ext>
            </a:extLst>
          </p:cNvPr>
          <p:cNvCxnSpPr>
            <a:cxnSpLocks/>
          </p:cNvCxnSpPr>
          <p:nvPr/>
        </p:nvCxnSpPr>
        <p:spPr>
          <a:xfrm flipV="1">
            <a:off x="669727" y="3457083"/>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A79919E-A5F5-7618-9D25-A9A15B9FFE68}"/>
              </a:ext>
            </a:extLst>
          </p:cNvPr>
          <p:cNvCxnSpPr>
            <a:cxnSpLocks/>
          </p:cNvCxnSpPr>
          <p:nvPr/>
        </p:nvCxnSpPr>
        <p:spPr>
          <a:xfrm flipV="1">
            <a:off x="669727" y="3849330"/>
            <a:ext cx="3712962"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23F4678-5706-A098-7EB0-EECCDCCC53B6}"/>
              </a:ext>
            </a:extLst>
          </p:cNvPr>
          <p:cNvCxnSpPr>
            <a:cxnSpLocks/>
          </p:cNvCxnSpPr>
          <p:nvPr/>
        </p:nvCxnSpPr>
        <p:spPr>
          <a:xfrm flipV="1">
            <a:off x="669727" y="4239047"/>
            <a:ext cx="3712962" cy="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Text Placeholder 50">
            <a:extLst>
              <a:ext uri="{FF2B5EF4-FFF2-40B4-BE49-F238E27FC236}">
                <a16:creationId xmlns:a16="http://schemas.microsoft.com/office/drawing/2014/main" id="{9554018D-5214-D9BF-E751-AD50ABF1F945}"/>
              </a:ext>
            </a:extLst>
          </p:cNvPr>
          <p:cNvSpPr>
            <a:spLocks noGrp="1"/>
          </p:cNvSpPr>
          <p:nvPr>
            <p:ph type="body" sz="quarter" idx="19" hasCustomPrompt="1"/>
          </p:nvPr>
        </p:nvSpPr>
        <p:spPr>
          <a:xfrm>
            <a:off x="588581" y="2311598"/>
            <a:ext cx="3166648" cy="358974"/>
          </a:xfrm>
        </p:spPr>
        <p:txBody>
          <a:bodyPr anchor="ctr">
            <a:noAutofit/>
          </a:bodyPr>
          <a:lstStyle>
            <a:lvl1pPr marL="0" indent="0" algn="l">
              <a:buNone/>
              <a:defRPr sz="1650" b="0" i="0">
                <a:solidFill>
                  <a:schemeClr val="tx1"/>
                </a:solidFill>
                <a:latin typeface="Aptos Light" panose="020B0004020202020204" pitchFamily="34" charset="0"/>
              </a:defRPr>
            </a:lvl1pPr>
            <a:lvl2pPr>
              <a:defRPr sz="1875"/>
            </a:lvl2pPr>
            <a:lvl3pPr>
              <a:defRPr sz="1875"/>
            </a:lvl3pPr>
            <a:lvl4pPr>
              <a:defRPr sz="1875"/>
            </a:lvl4pPr>
            <a:lvl5pPr>
              <a:defRPr sz="1875"/>
            </a:lvl5pPr>
          </a:lstStyle>
          <a:p>
            <a:pPr lvl="0"/>
            <a:r>
              <a:rPr lang="en-US" dirty="0"/>
              <a:t>Click to add contents</a:t>
            </a:r>
          </a:p>
        </p:txBody>
      </p:sp>
      <p:sp>
        <p:nvSpPr>
          <p:cNvPr id="29" name="Footer Placeholder 28">
            <a:extLst>
              <a:ext uri="{FF2B5EF4-FFF2-40B4-BE49-F238E27FC236}">
                <a16:creationId xmlns:a16="http://schemas.microsoft.com/office/drawing/2014/main" id="{AE49D6C6-6536-312A-BCB5-3BC4A41F3270}"/>
              </a:ext>
            </a:extLst>
          </p:cNvPr>
          <p:cNvSpPr>
            <a:spLocks noGrp="1"/>
          </p:cNvSpPr>
          <p:nvPr>
            <p:ph type="ftr" sz="quarter" idx="28"/>
          </p:nvPr>
        </p:nvSpPr>
        <p:spPr/>
        <p:txBody>
          <a:bodyPr/>
          <a:lstStyle/>
          <a:p>
            <a:r>
              <a:rPr lang="en-US"/>
              <a:t>Presentation Title</a:t>
            </a:r>
            <a:endParaRPr lang="en-US" dirty="0"/>
          </a:p>
        </p:txBody>
      </p:sp>
      <p:sp>
        <p:nvSpPr>
          <p:cNvPr id="30" name="Slide Number Placeholder 29">
            <a:extLst>
              <a:ext uri="{FF2B5EF4-FFF2-40B4-BE49-F238E27FC236}">
                <a16:creationId xmlns:a16="http://schemas.microsoft.com/office/drawing/2014/main" id="{ADC88BA8-F599-22C3-6D3A-C90FAD77757B}"/>
              </a:ext>
            </a:extLst>
          </p:cNvPr>
          <p:cNvSpPr>
            <a:spLocks noGrp="1"/>
          </p:cNvSpPr>
          <p:nvPr>
            <p:ph type="sldNum" sz="quarter" idx="29"/>
          </p:nvPr>
        </p:nvSpPr>
        <p:spPr/>
        <p:txBody>
          <a:bodyPr/>
          <a:lstStyle/>
          <a:p>
            <a:fld id="{A4F64288-DB08-144D-ABF4-BD40C5961FED}" type="slidenum">
              <a:rPr lang="en-AU" smtClean="0"/>
              <a:pPr/>
              <a:t>‹#›</a:t>
            </a:fld>
            <a:endParaRPr lang="en-AU"/>
          </a:p>
        </p:txBody>
      </p:sp>
    </p:spTree>
    <p:extLst>
      <p:ext uri="{BB962C8B-B14F-4D97-AF65-F5344CB8AC3E}">
        <p14:creationId xmlns:p14="http://schemas.microsoft.com/office/powerpoint/2010/main" val="39915286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xt 2 Column">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A8C57E5-4107-92B4-15EB-F37343A4D6E9}"/>
              </a:ext>
            </a:extLst>
          </p:cNvPr>
          <p:cNvSpPr>
            <a:spLocks noGrp="1"/>
          </p:cNvSpPr>
          <p:nvPr>
            <p:ph type="subTitle" idx="11"/>
          </p:nvPr>
        </p:nvSpPr>
        <p:spPr>
          <a:xfrm>
            <a:off x="588581" y="1038406"/>
            <a:ext cx="5111585" cy="755225"/>
          </a:xfrm>
        </p:spPr>
        <p:txBody>
          <a:bodyPr anchor="t">
            <a:normAutofit/>
          </a:bodyPr>
          <a:lstStyle>
            <a:lvl1pPr marL="0" indent="0">
              <a:buNone/>
              <a:defRPr sz="1875" b="0">
                <a:solidFill>
                  <a:schemeClr val="tx1"/>
                </a:solidFill>
              </a:defRPr>
            </a:lvl1pPr>
          </a:lstStyle>
          <a:p>
            <a:r>
              <a:rPr lang="en-US"/>
              <a:t>Click to edit Master subtitle style</a:t>
            </a:r>
            <a:endParaRPr lang="en-US" dirty="0"/>
          </a:p>
        </p:txBody>
      </p:sp>
      <p:sp>
        <p:nvSpPr>
          <p:cNvPr id="7" name="Title 1">
            <a:extLst>
              <a:ext uri="{FF2B5EF4-FFF2-40B4-BE49-F238E27FC236}">
                <a16:creationId xmlns:a16="http://schemas.microsoft.com/office/drawing/2014/main" id="{20DD8EF9-C5D5-095C-7F48-7E32E4C09445}"/>
              </a:ext>
            </a:extLst>
          </p:cNvPr>
          <p:cNvSpPr>
            <a:spLocks noGrp="1"/>
          </p:cNvSpPr>
          <p:nvPr>
            <p:ph type="ctrTitle"/>
          </p:nvPr>
        </p:nvSpPr>
        <p:spPr>
          <a:xfrm>
            <a:off x="588581" y="326827"/>
            <a:ext cx="511158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15" name="Text Placeholder 15">
            <a:extLst>
              <a:ext uri="{FF2B5EF4-FFF2-40B4-BE49-F238E27FC236}">
                <a16:creationId xmlns:a16="http://schemas.microsoft.com/office/drawing/2014/main" id="{EFFB78D4-1346-EE48-1369-F353B4F3B7CC}"/>
              </a:ext>
            </a:extLst>
          </p:cNvPr>
          <p:cNvSpPr>
            <a:spLocks noGrp="1"/>
          </p:cNvSpPr>
          <p:nvPr>
            <p:ph type="body" sz="quarter" idx="17" hasCustomPrompt="1"/>
          </p:nvPr>
        </p:nvSpPr>
        <p:spPr>
          <a:xfrm>
            <a:off x="588581" y="2087807"/>
            <a:ext cx="3836148" cy="2524125"/>
          </a:xfrm>
        </p:spPr>
        <p:txBody>
          <a:bodyPr>
            <a:normAutofit/>
          </a:bodyPr>
          <a:lstStyle>
            <a:lvl1pPr marL="0" indent="0">
              <a:buNone/>
              <a:defRPr sz="1350"/>
            </a:lvl1pPr>
          </a:lstStyle>
          <a:p>
            <a:pPr lvl="0"/>
            <a:r>
              <a:rPr lang="en-US" dirty="0"/>
              <a:t>Click to add text</a:t>
            </a:r>
          </a:p>
        </p:txBody>
      </p:sp>
      <p:sp>
        <p:nvSpPr>
          <p:cNvPr id="19" name="Text Placeholder 15">
            <a:extLst>
              <a:ext uri="{FF2B5EF4-FFF2-40B4-BE49-F238E27FC236}">
                <a16:creationId xmlns:a16="http://schemas.microsoft.com/office/drawing/2014/main" id="{9AA67E4A-CD45-9378-643A-E2F7F9FC7DB9}"/>
              </a:ext>
            </a:extLst>
          </p:cNvPr>
          <p:cNvSpPr>
            <a:spLocks noGrp="1"/>
          </p:cNvSpPr>
          <p:nvPr>
            <p:ph type="body" sz="quarter" idx="18" hasCustomPrompt="1"/>
          </p:nvPr>
        </p:nvSpPr>
        <p:spPr>
          <a:xfrm>
            <a:off x="4637439" y="2087807"/>
            <a:ext cx="3836148" cy="2524125"/>
          </a:xfrm>
        </p:spPr>
        <p:txBody>
          <a:bodyPr>
            <a:normAutofit/>
          </a:bodyPr>
          <a:lstStyle>
            <a:lvl1pPr marL="0" indent="0">
              <a:buNone/>
              <a:defRPr sz="1350"/>
            </a:lvl1pPr>
          </a:lstStyle>
          <a:p>
            <a:pPr lvl="0"/>
            <a:r>
              <a:rPr lang="en-US" dirty="0"/>
              <a:t>Click to add text</a:t>
            </a:r>
          </a:p>
        </p:txBody>
      </p:sp>
      <p:sp>
        <p:nvSpPr>
          <p:cNvPr id="24" name="Footer Placeholder 23">
            <a:extLst>
              <a:ext uri="{FF2B5EF4-FFF2-40B4-BE49-F238E27FC236}">
                <a16:creationId xmlns:a16="http://schemas.microsoft.com/office/drawing/2014/main" id="{BE286D14-FA83-30CA-1676-E8F8075DF95E}"/>
              </a:ext>
            </a:extLst>
          </p:cNvPr>
          <p:cNvSpPr>
            <a:spLocks noGrp="1"/>
          </p:cNvSpPr>
          <p:nvPr>
            <p:ph type="ftr" sz="quarter" idx="19"/>
          </p:nvPr>
        </p:nvSpPr>
        <p:spPr/>
        <p:txBody>
          <a:bodyPr/>
          <a:lstStyle/>
          <a:p>
            <a:r>
              <a:rPr lang="en-US"/>
              <a:t>Presentation Title</a:t>
            </a:r>
            <a:endParaRPr lang="en-US" dirty="0"/>
          </a:p>
        </p:txBody>
      </p:sp>
      <p:sp>
        <p:nvSpPr>
          <p:cNvPr id="25" name="Slide Number Placeholder 24">
            <a:extLst>
              <a:ext uri="{FF2B5EF4-FFF2-40B4-BE49-F238E27FC236}">
                <a16:creationId xmlns:a16="http://schemas.microsoft.com/office/drawing/2014/main" id="{7E870181-72FA-274D-78F7-4F86A8290696}"/>
              </a:ext>
            </a:extLst>
          </p:cNvPr>
          <p:cNvSpPr>
            <a:spLocks noGrp="1"/>
          </p:cNvSpPr>
          <p:nvPr>
            <p:ph type="sldNum" sz="quarter" idx="20"/>
          </p:nvPr>
        </p:nvSpPr>
        <p:spPr/>
        <p:txBody>
          <a:bodyPr/>
          <a:lstStyle/>
          <a:p>
            <a:fld id="{A4F64288-DB08-144D-ABF4-BD40C5961FED}" type="slidenum">
              <a:rPr lang="en-AU" smtClean="0"/>
              <a:pPr/>
              <a:t>‹#›</a:t>
            </a:fld>
            <a:endParaRPr lang="en-AU"/>
          </a:p>
        </p:txBody>
      </p:sp>
    </p:spTree>
    <p:extLst>
      <p:ext uri="{BB962C8B-B14F-4D97-AF65-F5344CB8AC3E}">
        <p14:creationId xmlns:p14="http://schemas.microsoft.com/office/powerpoint/2010/main" val="21989411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bjec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336A46-147F-9A4C-F491-9B3C12635FA0}"/>
              </a:ext>
            </a:extLst>
          </p:cNvPr>
          <p:cNvSpPr>
            <a:spLocks noGrp="1"/>
          </p:cNvSpPr>
          <p:nvPr>
            <p:ph type="ctrTitle"/>
          </p:nvPr>
        </p:nvSpPr>
        <p:spPr>
          <a:xfrm>
            <a:off x="588581" y="326827"/>
            <a:ext cx="511158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BC551F1-6EA3-BDAB-5BB6-891C9A78DF85}"/>
              </a:ext>
            </a:extLst>
          </p:cNvPr>
          <p:cNvSpPr>
            <a:spLocks noGrp="1"/>
          </p:cNvSpPr>
          <p:nvPr>
            <p:ph sz="quarter" idx="11" hasCustomPrompt="1"/>
          </p:nvPr>
        </p:nvSpPr>
        <p:spPr>
          <a:xfrm>
            <a:off x="588169" y="1200150"/>
            <a:ext cx="7878366" cy="3264694"/>
          </a:xfrm>
        </p:spPr>
        <p:txBody>
          <a:bodyPr/>
          <a:lstStyle>
            <a:lvl1pPr marL="0" indent="0">
              <a:buNone/>
              <a:defRPr/>
            </a:lvl1pPr>
          </a:lstStyle>
          <a:p>
            <a:pPr lvl="0"/>
            <a:r>
              <a:rPr lang="en-US" dirty="0"/>
              <a:t>Click to add object</a:t>
            </a:r>
          </a:p>
        </p:txBody>
      </p:sp>
      <p:sp>
        <p:nvSpPr>
          <p:cNvPr id="12" name="Footer Placeholder 11">
            <a:extLst>
              <a:ext uri="{FF2B5EF4-FFF2-40B4-BE49-F238E27FC236}">
                <a16:creationId xmlns:a16="http://schemas.microsoft.com/office/drawing/2014/main" id="{CA4C8C71-28AD-929D-059E-40FBC5B1D959}"/>
              </a:ext>
            </a:extLst>
          </p:cNvPr>
          <p:cNvSpPr>
            <a:spLocks noGrp="1"/>
          </p:cNvSpPr>
          <p:nvPr>
            <p:ph type="ftr" sz="quarter" idx="12"/>
          </p:nvPr>
        </p:nvSpPr>
        <p:spPr/>
        <p:txBody>
          <a:bodyPr/>
          <a:lstStyle/>
          <a:p>
            <a:r>
              <a:rPr lang="en-US"/>
              <a:t>Presentation Title</a:t>
            </a:r>
            <a:endParaRPr lang="en-US" dirty="0"/>
          </a:p>
        </p:txBody>
      </p:sp>
      <p:sp>
        <p:nvSpPr>
          <p:cNvPr id="13" name="Slide Number Placeholder 12">
            <a:extLst>
              <a:ext uri="{FF2B5EF4-FFF2-40B4-BE49-F238E27FC236}">
                <a16:creationId xmlns:a16="http://schemas.microsoft.com/office/drawing/2014/main" id="{3F5B6611-91E2-CB2F-D995-2DB03CA61CAD}"/>
              </a:ext>
            </a:extLst>
          </p:cNvPr>
          <p:cNvSpPr>
            <a:spLocks noGrp="1"/>
          </p:cNvSpPr>
          <p:nvPr>
            <p:ph type="sldNum" sz="quarter" idx="13"/>
          </p:nvPr>
        </p:nvSpPr>
        <p:spPr/>
        <p:txBody>
          <a:bodyPr/>
          <a:lstStyle/>
          <a:p>
            <a:fld id="{A4F64288-DB08-144D-ABF4-BD40C5961FED}" type="slidenum">
              <a:rPr lang="en-AU" smtClean="0"/>
              <a:pPr/>
              <a:t>‹#›</a:t>
            </a:fld>
            <a:endParaRPr lang="en-AU"/>
          </a:p>
        </p:txBody>
      </p:sp>
    </p:spTree>
    <p:extLst>
      <p:ext uri="{BB962C8B-B14F-4D97-AF65-F5344CB8AC3E}">
        <p14:creationId xmlns:p14="http://schemas.microsoft.com/office/powerpoint/2010/main" val="407925066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 Image">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304C36DB-DCE9-7FF0-FB4D-84D97735DD54}"/>
              </a:ext>
            </a:extLst>
          </p:cNvPr>
          <p:cNvSpPr>
            <a:spLocks noGrp="1"/>
          </p:cNvSpPr>
          <p:nvPr>
            <p:ph type="pic" sz="quarter" idx="11" hasCustomPrompt="1"/>
          </p:nvPr>
        </p:nvSpPr>
        <p:spPr>
          <a:xfrm>
            <a:off x="4514850" y="0"/>
            <a:ext cx="4629150" cy="5143500"/>
          </a:xfrm>
        </p:spPr>
        <p:txBody>
          <a:bodyPr anchor="ctr"/>
          <a:lstStyle>
            <a:lvl1pPr marL="0" indent="0" algn="ctr">
              <a:buNone/>
              <a:defRPr/>
            </a:lvl1pPr>
          </a:lstStyle>
          <a:p>
            <a:r>
              <a:rPr lang="en-US" dirty="0"/>
              <a:t>Click to add photo</a:t>
            </a:r>
          </a:p>
        </p:txBody>
      </p:sp>
      <p:sp>
        <p:nvSpPr>
          <p:cNvPr id="11" name="Subtitle 2">
            <a:extLst>
              <a:ext uri="{FF2B5EF4-FFF2-40B4-BE49-F238E27FC236}">
                <a16:creationId xmlns:a16="http://schemas.microsoft.com/office/drawing/2014/main" id="{353A1151-F713-777E-88C0-D023EE130809}"/>
              </a:ext>
            </a:extLst>
          </p:cNvPr>
          <p:cNvSpPr>
            <a:spLocks noGrp="1"/>
          </p:cNvSpPr>
          <p:nvPr>
            <p:ph type="subTitle" idx="12"/>
          </p:nvPr>
        </p:nvSpPr>
        <p:spPr>
          <a:xfrm>
            <a:off x="588581" y="1038406"/>
            <a:ext cx="3770205" cy="755225"/>
          </a:xfrm>
        </p:spPr>
        <p:txBody>
          <a:bodyPr anchor="t">
            <a:normAutofit/>
          </a:bodyPr>
          <a:lstStyle>
            <a:lvl1pPr marL="0" indent="0">
              <a:buNone/>
              <a:defRPr sz="1875" b="0">
                <a:solidFill>
                  <a:schemeClr val="tx1"/>
                </a:solidFill>
              </a:defRPr>
            </a:lvl1pPr>
          </a:lstStyle>
          <a:p>
            <a:r>
              <a:rPr lang="en-US"/>
              <a:t>Click to edit Master subtitle style</a:t>
            </a:r>
            <a:endParaRPr lang="en-US" dirty="0"/>
          </a:p>
        </p:txBody>
      </p:sp>
      <p:sp>
        <p:nvSpPr>
          <p:cNvPr id="12" name="Title 1">
            <a:extLst>
              <a:ext uri="{FF2B5EF4-FFF2-40B4-BE49-F238E27FC236}">
                <a16:creationId xmlns:a16="http://schemas.microsoft.com/office/drawing/2014/main" id="{24467FD9-DAE8-527D-05C4-90BBF18061B9}"/>
              </a:ext>
            </a:extLst>
          </p:cNvPr>
          <p:cNvSpPr>
            <a:spLocks noGrp="1"/>
          </p:cNvSpPr>
          <p:nvPr>
            <p:ph type="ctrTitle"/>
          </p:nvPr>
        </p:nvSpPr>
        <p:spPr>
          <a:xfrm>
            <a:off x="588581" y="326827"/>
            <a:ext cx="377020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13" name="Text Placeholder 15">
            <a:extLst>
              <a:ext uri="{FF2B5EF4-FFF2-40B4-BE49-F238E27FC236}">
                <a16:creationId xmlns:a16="http://schemas.microsoft.com/office/drawing/2014/main" id="{5EBB640E-7905-5744-E411-DF1CC6DECD87}"/>
              </a:ext>
            </a:extLst>
          </p:cNvPr>
          <p:cNvSpPr>
            <a:spLocks noGrp="1"/>
          </p:cNvSpPr>
          <p:nvPr>
            <p:ph type="body" sz="quarter" idx="17" hasCustomPrompt="1"/>
          </p:nvPr>
        </p:nvSpPr>
        <p:spPr>
          <a:xfrm>
            <a:off x="588581" y="2087807"/>
            <a:ext cx="3770205" cy="2524125"/>
          </a:xfrm>
        </p:spPr>
        <p:txBody>
          <a:bodyPr>
            <a:normAutofit/>
          </a:bodyPr>
          <a:lstStyle>
            <a:lvl1pPr marL="0" indent="0">
              <a:buNone/>
              <a:defRPr sz="1350"/>
            </a:lvl1pPr>
          </a:lstStyle>
          <a:p>
            <a:pPr lvl="0"/>
            <a:r>
              <a:rPr lang="en-US" dirty="0"/>
              <a:t>Click to add text</a:t>
            </a:r>
          </a:p>
        </p:txBody>
      </p:sp>
      <p:sp>
        <p:nvSpPr>
          <p:cNvPr id="17" name="Footer Placeholder 16">
            <a:extLst>
              <a:ext uri="{FF2B5EF4-FFF2-40B4-BE49-F238E27FC236}">
                <a16:creationId xmlns:a16="http://schemas.microsoft.com/office/drawing/2014/main" id="{B7191A20-176C-3BE2-BB8F-3801E0A34B8C}"/>
              </a:ext>
            </a:extLst>
          </p:cNvPr>
          <p:cNvSpPr>
            <a:spLocks noGrp="1"/>
          </p:cNvSpPr>
          <p:nvPr>
            <p:ph type="ftr" sz="quarter" idx="18"/>
          </p:nvPr>
        </p:nvSpPr>
        <p:spPr/>
        <p:txBody>
          <a:bodyPr/>
          <a:lstStyle/>
          <a:p>
            <a:r>
              <a:rPr lang="en-US"/>
              <a:t>Presentation Title</a:t>
            </a:r>
            <a:endParaRPr lang="en-US" dirty="0"/>
          </a:p>
        </p:txBody>
      </p:sp>
      <p:sp>
        <p:nvSpPr>
          <p:cNvPr id="18" name="Slide Number Placeholder 17">
            <a:extLst>
              <a:ext uri="{FF2B5EF4-FFF2-40B4-BE49-F238E27FC236}">
                <a16:creationId xmlns:a16="http://schemas.microsoft.com/office/drawing/2014/main" id="{2FCDD128-C5E4-1188-3D02-A7A827DDC0FA}"/>
              </a:ext>
            </a:extLst>
          </p:cNvPr>
          <p:cNvSpPr>
            <a:spLocks noGrp="1"/>
          </p:cNvSpPr>
          <p:nvPr>
            <p:ph type="sldNum" sz="quarter" idx="19"/>
          </p:nvPr>
        </p:nvSpPr>
        <p:spPr/>
        <p:txBody>
          <a:bodyPr/>
          <a:lstStyle/>
          <a:p>
            <a:fld id="{A4F64288-DB08-144D-ABF4-BD40C5961FED}" type="slidenum">
              <a:rPr lang="en-AU" smtClean="0"/>
              <a:pPr/>
              <a:t>‹#›</a:t>
            </a:fld>
            <a:endParaRPr lang="en-AU"/>
          </a:p>
        </p:txBody>
      </p:sp>
      <p:pic>
        <p:nvPicPr>
          <p:cNvPr id="4" name="Picture 3">
            <a:extLst>
              <a:ext uri="{FF2B5EF4-FFF2-40B4-BE49-F238E27FC236}">
                <a16:creationId xmlns:a16="http://schemas.microsoft.com/office/drawing/2014/main" id="{2999CC0C-D58B-F1FA-97CA-0B7197F3B090}"/>
              </a:ext>
            </a:extLst>
          </p:cNvPr>
          <p:cNvPicPr>
            <a:picLocks noChangeAspect="1"/>
          </p:cNvPicPr>
          <p:nvPr/>
        </p:nvPicPr>
        <p:blipFill>
          <a:blip r:embed="rId2"/>
          <a:srcRect/>
          <a:stretch/>
        </p:blipFill>
        <p:spPr>
          <a:xfrm>
            <a:off x="7694310" y="322744"/>
            <a:ext cx="775215" cy="614114"/>
          </a:xfrm>
          <a:prstGeom prst="rect">
            <a:avLst/>
          </a:prstGeom>
        </p:spPr>
      </p:pic>
    </p:spTree>
    <p:extLst>
      <p:ext uri="{BB962C8B-B14F-4D97-AF65-F5344CB8AC3E}">
        <p14:creationId xmlns:p14="http://schemas.microsoft.com/office/powerpoint/2010/main" val="343150872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Images">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304C36DB-DCE9-7FF0-FB4D-84D97735DD54}"/>
              </a:ext>
            </a:extLst>
          </p:cNvPr>
          <p:cNvSpPr>
            <a:spLocks noGrp="1"/>
          </p:cNvSpPr>
          <p:nvPr>
            <p:ph type="pic" sz="quarter" idx="11" hasCustomPrompt="1"/>
          </p:nvPr>
        </p:nvSpPr>
        <p:spPr>
          <a:xfrm>
            <a:off x="663821" y="1318847"/>
            <a:ext cx="4018084" cy="2947621"/>
          </a:xfrm>
        </p:spPr>
        <p:txBody>
          <a:bodyPr anchor="ctr"/>
          <a:lstStyle>
            <a:lvl1pPr marL="0" indent="0" algn="ctr">
              <a:buNone/>
              <a:defRPr/>
            </a:lvl1pPr>
          </a:lstStyle>
          <a:p>
            <a:r>
              <a:rPr lang="en-US" dirty="0"/>
              <a:t>Click to add photo</a:t>
            </a:r>
          </a:p>
        </p:txBody>
      </p:sp>
      <p:sp>
        <p:nvSpPr>
          <p:cNvPr id="12" name="Title 1">
            <a:extLst>
              <a:ext uri="{FF2B5EF4-FFF2-40B4-BE49-F238E27FC236}">
                <a16:creationId xmlns:a16="http://schemas.microsoft.com/office/drawing/2014/main" id="{24467FD9-DAE8-527D-05C4-90BBF18061B9}"/>
              </a:ext>
            </a:extLst>
          </p:cNvPr>
          <p:cNvSpPr>
            <a:spLocks noGrp="1"/>
          </p:cNvSpPr>
          <p:nvPr>
            <p:ph type="ctrTitle"/>
          </p:nvPr>
        </p:nvSpPr>
        <p:spPr>
          <a:xfrm>
            <a:off x="588581" y="326827"/>
            <a:ext cx="377020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7" name="Picture Placeholder 7">
            <a:extLst>
              <a:ext uri="{FF2B5EF4-FFF2-40B4-BE49-F238E27FC236}">
                <a16:creationId xmlns:a16="http://schemas.microsoft.com/office/drawing/2014/main" id="{BD859E24-A683-DD97-6378-28B3182813E6}"/>
              </a:ext>
            </a:extLst>
          </p:cNvPr>
          <p:cNvSpPr>
            <a:spLocks noGrp="1"/>
          </p:cNvSpPr>
          <p:nvPr>
            <p:ph type="pic" sz="quarter" idx="12" hasCustomPrompt="1"/>
          </p:nvPr>
        </p:nvSpPr>
        <p:spPr>
          <a:xfrm>
            <a:off x="4462098" y="1318847"/>
            <a:ext cx="4018084" cy="2947621"/>
          </a:xfrm>
        </p:spPr>
        <p:txBody>
          <a:bodyPr anchor="ctr"/>
          <a:lstStyle>
            <a:lvl1pPr marL="0" indent="0" algn="ctr">
              <a:buNone/>
              <a:defRPr/>
            </a:lvl1pPr>
          </a:lstStyle>
          <a:p>
            <a:r>
              <a:rPr lang="en-US" dirty="0"/>
              <a:t>Click to add photo</a:t>
            </a:r>
          </a:p>
        </p:txBody>
      </p:sp>
      <p:sp>
        <p:nvSpPr>
          <p:cNvPr id="16" name="Footer Placeholder 15">
            <a:extLst>
              <a:ext uri="{FF2B5EF4-FFF2-40B4-BE49-F238E27FC236}">
                <a16:creationId xmlns:a16="http://schemas.microsoft.com/office/drawing/2014/main" id="{18C42996-1C43-ACC3-77AB-06E69F2BAC7E}"/>
              </a:ext>
            </a:extLst>
          </p:cNvPr>
          <p:cNvSpPr>
            <a:spLocks noGrp="1"/>
          </p:cNvSpPr>
          <p:nvPr>
            <p:ph type="ftr" sz="quarter" idx="13"/>
          </p:nvPr>
        </p:nvSpPr>
        <p:spPr/>
        <p:txBody>
          <a:bodyPr/>
          <a:lstStyle/>
          <a:p>
            <a:r>
              <a:rPr lang="en-US"/>
              <a:t>Presentation Title</a:t>
            </a:r>
            <a:endParaRPr lang="en-US" dirty="0"/>
          </a:p>
        </p:txBody>
      </p:sp>
      <p:sp>
        <p:nvSpPr>
          <p:cNvPr id="17" name="Slide Number Placeholder 16">
            <a:extLst>
              <a:ext uri="{FF2B5EF4-FFF2-40B4-BE49-F238E27FC236}">
                <a16:creationId xmlns:a16="http://schemas.microsoft.com/office/drawing/2014/main" id="{512EBEE8-22B3-A997-5455-6E6B27F50225}"/>
              </a:ext>
            </a:extLst>
          </p:cNvPr>
          <p:cNvSpPr>
            <a:spLocks noGrp="1"/>
          </p:cNvSpPr>
          <p:nvPr>
            <p:ph type="sldNum" sz="quarter" idx="14"/>
          </p:nvPr>
        </p:nvSpPr>
        <p:spPr/>
        <p:txBody>
          <a:bodyPr/>
          <a:lstStyle/>
          <a:p>
            <a:fld id="{A4F64288-DB08-144D-ABF4-BD40C5961FED}" type="slidenum">
              <a:rPr lang="en-AU" smtClean="0"/>
              <a:pPr/>
              <a:t>‹#›</a:t>
            </a:fld>
            <a:endParaRPr lang="en-AU"/>
          </a:p>
        </p:txBody>
      </p:sp>
    </p:spTree>
    <p:extLst>
      <p:ext uri="{BB962C8B-B14F-4D97-AF65-F5344CB8AC3E}">
        <p14:creationId xmlns:p14="http://schemas.microsoft.com/office/powerpoint/2010/main" val="79549832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 Slid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BFAAE81-ADB1-5549-4E37-41713FC020C9}"/>
              </a:ext>
            </a:extLst>
          </p:cNvPr>
          <p:cNvSpPr/>
          <p:nvPr/>
        </p:nvSpPr>
        <p:spPr>
          <a:xfrm>
            <a:off x="0" y="0"/>
            <a:ext cx="9144000"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4" name="Title 1">
            <a:extLst>
              <a:ext uri="{FF2B5EF4-FFF2-40B4-BE49-F238E27FC236}">
                <a16:creationId xmlns:a16="http://schemas.microsoft.com/office/drawing/2014/main" id="{EF67F714-0FB4-6871-B4E1-DB17C5DD8069}"/>
              </a:ext>
            </a:extLst>
          </p:cNvPr>
          <p:cNvSpPr>
            <a:spLocks noGrp="1"/>
          </p:cNvSpPr>
          <p:nvPr>
            <p:ph type="ctrTitle"/>
          </p:nvPr>
        </p:nvSpPr>
        <p:spPr>
          <a:xfrm>
            <a:off x="499519" y="2022791"/>
            <a:ext cx="6533188" cy="721680"/>
          </a:xfrm>
        </p:spPr>
        <p:txBody>
          <a:bodyPr anchor="ctr">
            <a:normAutofit/>
          </a:bodyPr>
          <a:lstStyle>
            <a:lvl1pPr>
              <a:defRPr sz="3375" spc="-15" baseline="0">
                <a:solidFill>
                  <a:schemeClr val="bg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C62C99-8914-C623-DF9F-24810E0D8DBC}"/>
              </a:ext>
            </a:extLst>
          </p:cNvPr>
          <p:cNvSpPr>
            <a:spLocks noGrp="1"/>
          </p:cNvSpPr>
          <p:nvPr>
            <p:ph type="ftr" sz="quarter" idx="10"/>
          </p:nvPr>
        </p:nvSpPr>
        <p:spPr/>
        <p:txBody>
          <a:bodyPr/>
          <a:lstStyle>
            <a:lvl1pPr>
              <a:defRPr>
                <a:solidFill>
                  <a:schemeClr val="bg1"/>
                </a:solidFill>
              </a:defRPr>
            </a:lvl1pPr>
          </a:lstStyle>
          <a:p>
            <a:r>
              <a:rPr lang="en-US"/>
              <a:t>Presentation Title</a:t>
            </a:r>
            <a:endParaRPr lang="en-US" dirty="0"/>
          </a:p>
        </p:txBody>
      </p:sp>
      <p:sp>
        <p:nvSpPr>
          <p:cNvPr id="10" name="Slide Number Placeholder 9">
            <a:extLst>
              <a:ext uri="{FF2B5EF4-FFF2-40B4-BE49-F238E27FC236}">
                <a16:creationId xmlns:a16="http://schemas.microsoft.com/office/drawing/2014/main" id="{B00491CD-F3AA-AD11-0865-D1485DFF4B32}"/>
              </a:ext>
            </a:extLst>
          </p:cNvPr>
          <p:cNvSpPr>
            <a:spLocks noGrp="1"/>
          </p:cNvSpPr>
          <p:nvPr>
            <p:ph type="sldNum" sz="quarter" idx="11"/>
          </p:nvPr>
        </p:nvSpPr>
        <p:spPr/>
        <p:txBody>
          <a:bodyPr/>
          <a:lstStyle>
            <a:lvl1pPr>
              <a:defRPr>
                <a:solidFill>
                  <a:schemeClr val="bg1"/>
                </a:solidFill>
              </a:defRPr>
            </a:lvl1pPr>
          </a:lstStyle>
          <a:p>
            <a:fld id="{A4F64288-DB08-144D-ABF4-BD40C5961FED}" type="slidenum">
              <a:rPr lang="en-AU" smtClean="0"/>
              <a:pPr/>
              <a:t>‹#›</a:t>
            </a:fld>
            <a:endParaRPr lang="en-AU"/>
          </a:p>
        </p:txBody>
      </p:sp>
      <p:pic>
        <p:nvPicPr>
          <p:cNvPr id="5" name="Picture 4">
            <a:extLst>
              <a:ext uri="{FF2B5EF4-FFF2-40B4-BE49-F238E27FC236}">
                <a16:creationId xmlns:a16="http://schemas.microsoft.com/office/drawing/2014/main" id="{5D3568D4-693A-24C1-8ED7-C2BF20F617BC}"/>
              </a:ext>
            </a:extLst>
          </p:cNvPr>
          <p:cNvPicPr>
            <a:picLocks noChangeAspect="1"/>
          </p:cNvPicPr>
          <p:nvPr/>
        </p:nvPicPr>
        <p:blipFill>
          <a:blip r:embed="rId2"/>
          <a:srcRect/>
          <a:stretch/>
        </p:blipFill>
        <p:spPr>
          <a:xfrm>
            <a:off x="581855" y="495055"/>
            <a:ext cx="961592" cy="761759"/>
          </a:xfrm>
          <a:prstGeom prst="rect">
            <a:avLst/>
          </a:prstGeom>
        </p:spPr>
      </p:pic>
    </p:spTree>
    <p:extLst>
      <p:ext uri="{BB962C8B-B14F-4D97-AF65-F5344CB8AC3E}">
        <p14:creationId xmlns:p14="http://schemas.microsoft.com/office/powerpoint/2010/main" val="385883995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 Slid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D82840-3922-FDC9-02D6-71BA732C32AA}"/>
              </a:ext>
            </a:extLst>
          </p:cNvPr>
          <p:cNvSpPr/>
          <p:nvPr/>
        </p:nvSpPr>
        <p:spPr>
          <a:xfrm>
            <a:off x="0" y="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4" name="Title 1">
            <a:extLst>
              <a:ext uri="{FF2B5EF4-FFF2-40B4-BE49-F238E27FC236}">
                <a16:creationId xmlns:a16="http://schemas.microsoft.com/office/drawing/2014/main" id="{459B827E-D53D-3711-613C-35FA74E9DFC0}"/>
              </a:ext>
            </a:extLst>
          </p:cNvPr>
          <p:cNvSpPr>
            <a:spLocks noGrp="1"/>
          </p:cNvSpPr>
          <p:nvPr>
            <p:ph type="ctrTitle"/>
          </p:nvPr>
        </p:nvSpPr>
        <p:spPr>
          <a:xfrm>
            <a:off x="499519" y="2022791"/>
            <a:ext cx="6533188" cy="721680"/>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9A5724A-1E15-24AE-0C48-07BA1FB11F58}"/>
              </a:ext>
            </a:extLst>
          </p:cNvPr>
          <p:cNvSpPr>
            <a:spLocks noGrp="1"/>
          </p:cNvSpPr>
          <p:nvPr>
            <p:ph type="ftr" sz="quarter" idx="10"/>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BC42AA17-1F78-2A08-B239-2302F846CBC5}"/>
              </a:ext>
            </a:extLst>
          </p:cNvPr>
          <p:cNvSpPr>
            <a:spLocks noGrp="1"/>
          </p:cNvSpPr>
          <p:nvPr>
            <p:ph type="sldNum" sz="quarter" idx="11"/>
          </p:nvPr>
        </p:nvSpPr>
        <p:spPr/>
        <p:txBody>
          <a:bodyPr/>
          <a:lstStyle/>
          <a:p>
            <a:fld id="{A4F64288-DB08-144D-ABF4-BD40C5961FED}" type="slidenum">
              <a:rPr lang="en-AU" smtClean="0"/>
              <a:pPr/>
              <a:t>‹#›</a:t>
            </a:fld>
            <a:endParaRPr lang="en-AU"/>
          </a:p>
        </p:txBody>
      </p:sp>
      <p:pic>
        <p:nvPicPr>
          <p:cNvPr id="5" name="Picture 4">
            <a:extLst>
              <a:ext uri="{FF2B5EF4-FFF2-40B4-BE49-F238E27FC236}">
                <a16:creationId xmlns:a16="http://schemas.microsoft.com/office/drawing/2014/main" id="{441D6FCD-B110-45B7-7647-3DC759B650E5}"/>
              </a:ext>
            </a:extLst>
          </p:cNvPr>
          <p:cNvPicPr>
            <a:picLocks noChangeAspect="1"/>
          </p:cNvPicPr>
          <p:nvPr/>
        </p:nvPicPr>
        <p:blipFill>
          <a:blip r:embed="rId2"/>
          <a:srcRect/>
          <a:stretch/>
        </p:blipFill>
        <p:spPr>
          <a:xfrm>
            <a:off x="581044" y="491287"/>
            <a:ext cx="961592" cy="761759"/>
          </a:xfrm>
          <a:prstGeom prst="rect">
            <a:avLst/>
          </a:prstGeom>
        </p:spPr>
      </p:pic>
    </p:spTree>
    <p:extLst>
      <p:ext uri="{BB962C8B-B14F-4D97-AF65-F5344CB8AC3E}">
        <p14:creationId xmlns:p14="http://schemas.microsoft.com/office/powerpoint/2010/main" val="103413337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2 Column w subhead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0DD8EF9-C5D5-095C-7F48-7E32E4C09445}"/>
              </a:ext>
            </a:extLst>
          </p:cNvPr>
          <p:cNvSpPr>
            <a:spLocks noGrp="1"/>
          </p:cNvSpPr>
          <p:nvPr>
            <p:ph type="ctrTitle"/>
          </p:nvPr>
        </p:nvSpPr>
        <p:spPr>
          <a:xfrm>
            <a:off x="588581" y="326827"/>
            <a:ext cx="511158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15" name="Text Placeholder 15">
            <a:extLst>
              <a:ext uri="{FF2B5EF4-FFF2-40B4-BE49-F238E27FC236}">
                <a16:creationId xmlns:a16="http://schemas.microsoft.com/office/drawing/2014/main" id="{EFFB78D4-1346-EE48-1369-F353B4F3B7CC}"/>
              </a:ext>
            </a:extLst>
          </p:cNvPr>
          <p:cNvSpPr>
            <a:spLocks noGrp="1"/>
          </p:cNvSpPr>
          <p:nvPr>
            <p:ph type="body" sz="quarter" idx="17" hasCustomPrompt="1"/>
          </p:nvPr>
        </p:nvSpPr>
        <p:spPr>
          <a:xfrm>
            <a:off x="588581" y="2087808"/>
            <a:ext cx="3836148" cy="716208"/>
          </a:xfrm>
        </p:spPr>
        <p:txBody>
          <a:bodyPr>
            <a:normAutofit/>
          </a:bodyPr>
          <a:lstStyle>
            <a:lvl1pPr marL="0" indent="0">
              <a:buNone/>
              <a:defRPr sz="1350"/>
            </a:lvl1pPr>
          </a:lstStyle>
          <a:p>
            <a:pPr lvl="0"/>
            <a:r>
              <a:rPr lang="en-US" dirty="0"/>
              <a:t>Click to add text</a:t>
            </a:r>
          </a:p>
        </p:txBody>
      </p:sp>
      <p:sp>
        <p:nvSpPr>
          <p:cNvPr id="19" name="Text Placeholder 15">
            <a:extLst>
              <a:ext uri="{FF2B5EF4-FFF2-40B4-BE49-F238E27FC236}">
                <a16:creationId xmlns:a16="http://schemas.microsoft.com/office/drawing/2014/main" id="{9AA67E4A-CD45-9378-643A-E2F7F9FC7DB9}"/>
              </a:ext>
            </a:extLst>
          </p:cNvPr>
          <p:cNvSpPr>
            <a:spLocks noGrp="1"/>
          </p:cNvSpPr>
          <p:nvPr>
            <p:ph type="body" sz="quarter" idx="18" hasCustomPrompt="1"/>
          </p:nvPr>
        </p:nvSpPr>
        <p:spPr>
          <a:xfrm>
            <a:off x="4630844" y="2087808"/>
            <a:ext cx="3836148" cy="716208"/>
          </a:xfrm>
        </p:spPr>
        <p:txBody>
          <a:bodyPr>
            <a:normAutofit/>
          </a:bodyPr>
          <a:lstStyle>
            <a:lvl1pPr marL="0" indent="0">
              <a:buNone/>
              <a:defRPr sz="1350"/>
            </a:lvl1pPr>
          </a:lstStyle>
          <a:p>
            <a:pPr lvl="0"/>
            <a:r>
              <a:rPr lang="en-US" dirty="0"/>
              <a:t>Click to add text</a:t>
            </a:r>
          </a:p>
        </p:txBody>
      </p:sp>
      <p:sp>
        <p:nvSpPr>
          <p:cNvPr id="2" name="Subtitle 2">
            <a:extLst>
              <a:ext uri="{FF2B5EF4-FFF2-40B4-BE49-F238E27FC236}">
                <a16:creationId xmlns:a16="http://schemas.microsoft.com/office/drawing/2014/main" id="{C7B6C67B-C568-CED1-A4B3-591636A3448D}"/>
              </a:ext>
            </a:extLst>
          </p:cNvPr>
          <p:cNvSpPr txBox="1">
            <a:spLocks/>
          </p:cNvSpPr>
          <p:nvPr/>
        </p:nvSpPr>
        <p:spPr>
          <a:xfrm>
            <a:off x="4630845" y="1635370"/>
            <a:ext cx="3836148" cy="452438"/>
          </a:xfrm>
          <a:prstGeom prst="rect">
            <a:avLst/>
          </a:prstGeom>
        </p:spPr>
        <p:txBody>
          <a:bodyPr vert="horz" lIns="68580" tIns="34290" rIns="68580" bIns="3429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800" b="1" i="0" kern="1200">
                <a:solidFill>
                  <a:srgbClr val="1FB099"/>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350" dirty="0"/>
          </a:p>
        </p:txBody>
      </p:sp>
      <p:sp>
        <p:nvSpPr>
          <p:cNvPr id="3" name="Text Placeholder 15">
            <a:extLst>
              <a:ext uri="{FF2B5EF4-FFF2-40B4-BE49-F238E27FC236}">
                <a16:creationId xmlns:a16="http://schemas.microsoft.com/office/drawing/2014/main" id="{73084D5D-CBA4-4789-B932-8946F97BFF2F}"/>
              </a:ext>
            </a:extLst>
          </p:cNvPr>
          <p:cNvSpPr>
            <a:spLocks noGrp="1"/>
          </p:cNvSpPr>
          <p:nvPr>
            <p:ph type="body" sz="quarter" idx="19" hasCustomPrompt="1"/>
          </p:nvPr>
        </p:nvSpPr>
        <p:spPr>
          <a:xfrm>
            <a:off x="588581" y="2860800"/>
            <a:ext cx="3836148" cy="1722191"/>
          </a:xfrm>
        </p:spPr>
        <p:txBody>
          <a:bodyPr>
            <a:normAutofit/>
          </a:bodyPr>
          <a:lstStyle>
            <a:lvl1pPr marL="214313" indent="-214313">
              <a:buFont typeface="Arial" panose="020B0604020202020204" pitchFamily="34" charset="0"/>
              <a:buChar char="•"/>
              <a:defRPr sz="1350"/>
            </a:lvl1pPr>
          </a:lstStyle>
          <a:p>
            <a:pPr lvl="0"/>
            <a:r>
              <a:rPr lang="en-US" dirty="0"/>
              <a:t>Click to add bulleted text</a:t>
            </a:r>
          </a:p>
        </p:txBody>
      </p:sp>
      <p:sp>
        <p:nvSpPr>
          <p:cNvPr id="6" name="Text Placeholder 15">
            <a:extLst>
              <a:ext uri="{FF2B5EF4-FFF2-40B4-BE49-F238E27FC236}">
                <a16:creationId xmlns:a16="http://schemas.microsoft.com/office/drawing/2014/main" id="{D66DBF0E-E23A-84CF-719C-FEB4D3436074}"/>
              </a:ext>
            </a:extLst>
          </p:cNvPr>
          <p:cNvSpPr>
            <a:spLocks noGrp="1"/>
          </p:cNvSpPr>
          <p:nvPr>
            <p:ph type="body" sz="quarter" idx="20" hasCustomPrompt="1"/>
          </p:nvPr>
        </p:nvSpPr>
        <p:spPr>
          <a:xfrm>
            <a:off x="4630844" y="2860800"/>
            <a:ext cx="3836148" cy="1722191"/>
          </a:xfrm>
        </p:spPr>
        <p:txBody>
          <a:bodyPr>
            <a:normAutofit/>
          </a:bodyPr>
          <a:lstStyle>
            <a:lvl1pPr marL="214313" indent="-214313">
              <a:buFont typeface="Arial" panose="020B0604020202020204" pitchFamily="34" charset="0"/>
              <a:buChar char="•"/>
              <a:defRPr sz="1350"/>
            </a:lvl1pPr>
          </a:lstStyle>
          <a:p>
            <a:pPr lvl="0"/>
            <a:r>
              <a:rPr lang="en-US" dirty="0"/>
              <a:t>Click to add bulleted text</a:t>
            </a:r>
          </a:p>
        </p:txBody>
      </p:sp>
      <p:sp>
        <p:nvSpPr>
          <p:cNvPr id="10" name="Text Placeholder 15">
            <a:extLst>
              <a:ext uri="{FF2B5EF4-FFF2-40B4-BE49-F238E27FC236}">
                <a16:creationId xmlns:a16="http://schemas.microsoft.com/office/drawing/2014/main" id="{447FFF72-E522-F9B3-C3EA-A46834267469}"/>
              </a:ext>
            </a:extLst>
          </p:cNvPr>
          <p:cNvSpPr>
            <a:spLocks noGrp="1"/>
          </p:cNvSpPr>
          <p:nvPr>
            <p:ph type="body" sz="quarter" idx="21" hasCustomPrompt="1"/>
          </p:nvPr>
        </p:nvSpPr>
        <p:spPr>
          <a:xfrm>
            <a:off x="588581" y="1659183"/>
            <a:ext cx="3836148" cy="371841"/>
          </a:xfrm>
        </p:spPr>
        <p:txBody>
          <a:bodyPr anchor="ctr">
            <a:normAutofit/>
          </a:bodyPr>
          <a:lstStyle>
            <a:lvl1pPr marL="0" indent="0">
              <a:buNone/>
              <a:defRPr sz="1350" b="1" i="0">
                <a:solidFill>
                  <a:srgbClr val="1FB099"/>
                </a:solidFill>
                <a:latin typeface="Aptos" panose="020B0004020202020204" pitchFamily="34" charset="0"/>
              </a:defRPr>
            </a:lvl1pPr>
          </a:lstStyle>
          <a:p>
            <a:pPr lvl="0"/>
            <a:r>
              <a:rPr lang="en-US" dirty="0"/>
              <a:t>Click to add subtitle</a:t>
            </a:r>
          </a:p>
        </p:txBody>
      </p:sp>
      <p:sp>
        <p:nvSpPr>
          <p:cNvPr id="11" name="Text Placeholder 15">
            <a:extLst>
              <a:ext uri="{FF2B5EF4-FFF2-40B4-BE49-F238E27FC236}">
                <a16:creationId xmlns:a16="http://schemas.microsoft.com/office/drawing/2014/main" id="{96D0122F-F1FD-0CCA-9075-17027F797DB2}"/>
              </a:ext>
            </a:extLst>
          </p:cNvPr>
          <p:cNvSpPr>
            <a:spLocks noGrp="1"/>
          </p:cNvSpPr>
          <p:nvPr>
            <p:ph type="body" sz="quarter" idx="22" hasCustomPrompt="1"/>
          </p:nvPr>
        </p:nvSpPr>
        <p:spPr>
          <a:xfrm>
            <a:off x="4630844" y="1659183"/>
            <a:ext cx="3836148" cy="371841"/>
          </a:xfrm>
        </p:spPr>
        <p:txBody>
          <a:bodyPr anchor="ctr">
            <a:normAutofit/>
          </a:bodyPr>
          <a:lstStyle>
            <a:lvl1pPr marL="0" indent="0">
              <a:buNone/>
              <a:defRPr sz="1350" b="1" i="0">
                <a:solidFill>
                  <a:srgbClr val="1FB099"/>
                </a:solidFill>
                <a:latin typeface="Aptos" panose="020B0004020202020204" pitchFamily="34" charset="0"/>
              </a:defRPr>
            </a:lvl1pPr>
          </a:lstStyle>
          <a:p>
            <a:pPr lvl="0"/>
            <a:r>
              <a:rPr lang="en-US" dirty="0"/>
              <a:t>Click to add subtitle</a:t>
            </a:r>
          </a:p>
        </p:txBody>
      </p:sp>
      <p:sp>
        <p:nvSpPr>
          <p:cNvPr id="18" name="Footer Placeholder 17">
            <a:extLst>
              <a:ext uri="{FF2B5EF4-FFF2-40B4-BE49-F238E27FC236}">
                <a16:creationId xmlns:a16="http://schemas.microsoft.com/office/drawing/2014/main" id="{01098837-8F97-07EF-C5E5-930761D03E41}"/>
              </a:ext>
            </a:extLst>
          </p:cNvPr>
          <p:cNvSpPr>
            <a:spLocks noGrp="1"/>
          </p:cNvSpPr>
          <p:nvPr>
            <p:ph type="ftr" sz="quarter" idx="23"/>
          </p:nvPr>
        </p:nvSpPr>
        <p:spPr/>
        <p:txBody>
          <a:bodyPr/>
          <a:lstStyle/>
          <a:p>
            <a:r>
              <a:rPr lang="en-US"/>
              <a:t>Presentation Title</a:t>
            </a:r>
            <a:endParaRPr lang="en-US" dirty="0"/>
          </a:p>
        </p:txBody>
      </p:sp>
      <p:sp>
        <p:nvSpPr>
          <p:cNvPr id="20" name="Slide Number Placeholder 19">
            <a:extLst>
              <a:ext uri="{FF2B5EF4-FFF2-40B4-BE49-F238E27FC236}">
                <a16:creationId xmlns:a16="http://schemas.microsoft.com/office/drawing/2014/main" id="{570B7B80-5688-A95B-98C6-7A4E9D2D9E90}"/>
              </a:ext>
            </a:extLst>
          </p:cNvPr>
          <p:cNvSpPr>
            <a:spLocks noGrp="1"/>
          </p:cNvSpPr>
          <p:nvPr>
            <p:ph type="sldNum" sz="quarter" idx="24"/>
          </p:nvPr>
        </p:nvSpPr>
        <p:spPr/>
        <p:txBody>
          <a:bodyPr/>
          <a:lstStyle/>
          <a:p>
            <a:fld id="{A4F64288-DB08-144D-ABF4-BD40C5961FED}" type="slidenum">
              <a:rPr lang="en-AU" smtClean="0"/>
              <a:pPr/>
              <a:t>‹#›</a:t>
            </a:fld>
            <a:endParaRPr lang="en-AU"/>
          </a:p>
        </p:txBody>
      </p:sp>
    </p:spTree>
    <p:extLst>
      <p:ext uri="{BB962C8B-B14F-4D97-AF65-F5344CB8AC3E}">
        <p14:creationId xmlns:p14="http://schemas.microsoft.com/office/powerpoint/2010/main" val="376321177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3 Column w subhead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0DD8EF9-C5D5-095C-7F48-7E32E4C09445}"/>
              </a:ext>
            </a:extLst>
          </p:cNvPr>
          <p:cNvSpPr>
            <a:spLocks noGrp="1"/>
          </p:cNvSpPr>
          <p:nvPr>
            <p:ph type="ctrTitle"/>
          </p:nvPr>
        </p:nvSpPr>
        <p:spPr>
          <a:xfrm>
            <a:off x="588581" y="326827"/>
            <a:ext cx="511158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C7B6C67B-C568-CED1-A4B3-591636A3448D}"/>
              </a:ext>
            </a:extLst>
          </p:cNvPr>
          <p:cNvSpPr txBox="1">
            <a:spLocks/>
          </p:cNvSpPr>
          <p:nvPr/>
        </p:nvSpPr>
        <p:spPr>
          <a:xfrm>
            <a:off x="4630845" y="1635370"/>
            <a:ext cx="3836148" cy="452438"/>
          </a:xfrm>
          <a:prstGeom prst="rect">
            <a:avLst/>
          </a:prstGeom>
        </p:spPr>
        <p:txBody>
          <a:bodyPr vert="horz" lIns="68580" tIns="34290" rIns="68580" bIns="3429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800" b="1" i="0" kern="1200">
                <a:solidFill>
                  <a:srgbClr val="1FB099"/>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350" dirty="0"/>
          </a:p>
        </p:txBody>
      </p:sp>
      <p:sp>
        <p:nvSpPr>
          <p:cNvPr id="18" name="Text Placeholder 15">
            <a:extLst>
              <a:ext uri="{FF2B5EF4-FFF2-40B4-BE49-F238E27FC236}">
                <a16:creationId xmlns:a16="http://schemas.microsoft.com/office/drawing/2014/main" id="{6FEC5FD2-3CAD-35EE-D997-D68A4DED24EF}"/>
              </a:ext>
            </a:extLst>
          </p:cNvPr>
          <p:cNvSpPr>
            <a:spLocks noGrp="1"/>
          </p:cNvSpPr>
          <p:nvPr>
            <p:ph type="body" sz="quarter" idx="23" hasCustomPrompt="1"/>
          </p:nvPr>
        </p:nvSpPr>
        <p:spPr>
          <a:xfrm>
            <a:off x="586636" y="2087808"/>
            <a:ext cx="2486276" cy="2435834"/>
          </a:xfrm>
        </p:spPr>
        <p:txBody>
          <a:bodyPr>
            <a:normAutofit/>
          </a:bodyPr>
          <a:lstStyle>
            <a:lvl1pPr marL="214313" indent="-214313">
              <a:buFont typeface="Arial" panose="020B0604020202020204" pitchFamily="34" charset="0"/>
              <a:buChar char="•"/>
              <a:defRPr sz="1350"/>
            </a:lvl1pPr>
          </a:lstStyle>
          <a:p>
            <a:pPr lvl="0"/>
            <a:r>
              <a:rPr lang="en-US" dirty="0"/>
              <a:t>Click to add bulleted text</a:t>
            </a:r>
          </a:p>
        </p:txBody>
      </p:sp>
      <p:sp>
        <p:nvSpPr>
          <p:cNvPr id="20" name="Text Placeholder 15">
            <a:extLst>
              <a:ext uri="{FF2B5EF4-FFF2-40B4-BE49-F238E27FC236}">
                <a16:creationId xmlns:a16="http://schemas.microsoft.com/office/drawing/2014/main" id="{9D087480-2819-4394-DC75-DE1427B4AAE3}"/>
              </a:ext>
            </a:extLst>
          </p:cNvPr>
          <p:cNvSpPr>
            <a:spLocks noGrp="1"/>
          </p:cNvSpPr>
          <p:nvPr>
            <p:ph type="body" sz="quarter" idx="24" hasCustomPrompt="1"/>
          </p:nvPr>
        </p:nvSpPr>
        <p:spPr>
          <a:xfrm>
            <a:off x="586636" y="1659183"/>
            <a:ext cx="2486276" cy="371841"/>
          </a:xfrm>
        </p:spPr>
        <p:txBody>
          <a:bodyPr anchor="ctr">
            <a:normAutofit/>
          </a:bodyPr>
          <a:lstStyle>
            <a:lvl1pPr marL="0" indent="0">
              <a:buNone/>
              <a:defRPr sz="1350" b="1" i="0">
                <a:solidFill>
                  <a:srgbClr val="1FB099"/>
                </a:solidFill>
                <a:latin typeface="Aptos" panose="020B0004020202020204" pitchFamily="34" charset="0"/>
              </a:defRPr>
            </a:lvl1pPr>
          </a:lstStyle>
          <a:p>
            <a:pPr lvl="0"/>
            <a:r>
              <a:rPr lang="en-US" dirty="0"/>
              <a:t>Click to add subtitle</a:t>
            </a:r>
          </a:p>
        </p:txBody>
      </p:sp>
      <p:sp>
        <p:nvSpPr>
          <p:cNvPr id="21" name="Text Placeholder 15">
            <a:extLst>
              <a:ext uri="{FF2B5EF4-FFF2-40B4-BE49-F238E27FC236}">
                <a16:creationId xmlns:a16="http://schemas.microsoft.com/office/drawing/2014/main" id="{C7163BAF-65FD-15C5-6254-6EF6DFEE2C27}"/>
              </a:ext>
            </a:extLst>
          </p:cNvPr>
          <p:cNvSpPr>
            <a:spLocks noGrp="1"/>
          </p:cNvSpPr>
          <p:nvPr>
            <p:ph type="body" sz="quarter" idx="25" hasCustomPrompt="1"/>
          </p:nvPr>
        </p:nvSpPr>
        <p:spPr>
          <a:xfrm>
            <a:off x="3283676" y="2087808"/>
            <a:ext cx="2486276" cy="2435834"/>
          </a:xfrm>
        </p:spPr>
        <p:txBody>
          <a:bodyPr>
            <a:normAutofit/>
          </a:bodyPr>
          <a:lstStyle>
            <a:lvl1pPr marL="214313" indent="-214313">
              <a:buFont typeface="Arial" panose="020B0604020202020204" pitchFamily="34" charset="0"/>
              <a:buChar char="•"/>
              <a:defRPr sz="1350"/>
            </a:lvl1pPr>
          </a:lstStyle>
          <a:p>
            <a:pPr lvl="0"/>
            <a:r>
              <a:rPr lang="en-US" dirty="0"/>
              <a:t>Click to add bulleted text</a:t>
            </a:r>
          </a:p>
        </p:txBody>
      </p:sp>
      <p:sp>
        <p:nvSpPr>
          <p:cNvPr id="22" name="Text Placeholder 15">
            <a:extLst>
              <a:ext uri="{FF2B5EF4-FFF2-40B4-BE49-F238E27FC236}">
                <a16:creationId xmlns:a16="http://schemas.microsoft.com/office/drawing/2014/main" id="{EEB28DF4-8D5E-1BF9-1B04-EAC52C6F04A7}"/>
              </a:ext>
            </a:extLst>
          </p:cNvPr>
          <p:cNvSpPr>
            <a:spLocks noGrp="1"/>
          </p:cNvSpPr>
          <p:nvPr>
            <p:ph type="body" sz="quarter" idx="26" hasCustomPrompt="1"/>
          </p:nvPr>
        </p:nvSpPr>
        <p:spPr>
          <a:xfrm>
            <a:off x="3283676" y="1659183"/>
            <a:ext cx="2486276" cy="371841"/>
          </a:xfrm>
        </p:spPr>
        <p:txBody>
          <a:bodyPr anchor="ctr">
            <a:normAutofit/>
          </a:bodyPr>
          <a:lstStyle>
            <a:lvl1pPr marL="0" indent="0">
              <a:buNone/>
              <a:defRPr sz="1350" b="1" i="0">
                <a:solidFill>
                  <a:srgbClr val="1FB099"/>
                </a:solidFill>
                <a:latin typeface="Aptos" panose="020B0004020202020204" pitchFamily="34" charset="0"/>
              </a:defRPr>
            </a:lvl1pPr>
          </a:lstStyle>
          <a:p>
            <a:pPr lvl="0"/>
            <a:r>
              <a:rPr lang="en-US" dirty="0"/>
              <a:t>Click to add subtitle</a:t>
            </a:r>
          </a:p>
        </p:txBody>
      </p:sp>
      <p:sp>
        <p:nvSpPr>
          <p:cNvPr id="23" name="Text Placeholder 15">
            <a:extLst>
              <a:ext uri="{FF2B5EF4-FFF2-40B4-BE49-F238E27FC236}">
                <a16:creationId xmlns:a16="http://schemas.microsoft.com/office/drawing/2014/main" id="{11DB184E-E494-93DF-D080-874BCA2378B6}"/>
              </a:ext>
            </a:extLst>
          </p:cNvPr>
          <p:cNvSpPr>
            <a:spLocks noGrp="1"/>
          </p:cNvSpPr>
          <p:nvPr>
            <p:ph type="body" sz="quarter" idx="27" hasCustomPrompt="1"/>
          </p:nvPr>
        </p:nvSpPr>
        <p:spPr>
          <a:xfrm>
            <a:off x="5980717" y="2087808"/>
            <a:ext cx="2486276" cy="2435834"/>
          </a:xfrm>
        </p:spPr>
        <p:txBody>
          <a:bodyPr>
            <a:normAutofit/>
          </a:bodyPr>
          <a:lstStyle>
            <a:lvl1pPr marL="214313" indent="-214313">
              <a:buFont typeface="Arial" panose="020B0604020202020204" pitchFamily="34" charset="0"/>
              <a:buChar char="•"/>
              <a:defRPr sz="1350"/>
            </a:lvl1pPr>
          </a:lstStyle>
          <a:p>
            <a:pPr lvl="0"/>
            <a:r>
              <a:rPr lang="en-US" dirty="0"/>
              <a:t>Click to add bulleted text</a:t>
            </a:r>
          </a:p>
        </p:txBody>
      </p:sp>
      <p:sp>
        <p:nvSpPr>
          <p:cNvPr id="24" name="Text Placeholder 15">
            <a:extLst>
              <a:ext uri="{FF2B5EF4-FFF2-40B4-BE49-F238E27FC236}">
                <a16:creationId xmlns:a16="http://schemas.microsoft.com/office/drawing/2014/main" id="{011A7064-318D-292A-A273-7E4A838D9D56}"/>
              </a:ext>
            </a:extLst>
          </p:cNvPr>
          <p:cNvSpPr>
            <a:spLocks noGrp="1"/>
          </p:cNvSpPr>
          <p:nvPr>
            <p:ph type="body" sz="quarter" idx="28" hasCustomPrompt="1"/>
          </p:nvPr>
        </p:nvSpPr>
        <p:spPr>
          <a:xfrm>
            <a:off x="5980717" y="1659183"/>
            <a:ext cx="2486276" cy="371841"/>
          </a:xfrm>
        </p:spPr>
        <p:txBody>
          <a:bodyPr anchor="ctr">
            <a:normAutofit/>
          </a:bodyPr>
          <a:lstStyle>
            <a:lvl1pPr marL="0" indent="0">
              <a:buNone/>
              <a:defRPr sz="1350" b="1" i="0">
                <a:solidFill>
                  <a:srgbClr val="1FB099"/>
                </a:solidFill>
                <a:latin typeface="Aptos" panose="020B0004020202020204" pitchFamily="34" charset="0"/>
              </a:defRPr>
            </a:lvl1pPr>
          </a:lstStyle>
          <a:p>
            <a:pPr lvl="0"/>
            <a:r>
              <a:rPr lang="en-US" dirty="0"/>
              <a:t>Click to add subtitle</a:t>
            </a:r>
          </a:p>
        </p:txBody>
      </p:sp>
      <p:sp>
        <p:nvSpPr>
          <p:cNvPr id="28" name="Footer Placeholder 27">
            <a:extLst>
              <a:ext uri="{FF2B5EF4-FFF2-40B4-BE49-F238E27FC236}">
                <a16:creationId xmlns:a16="http://schemas.microsoft.com/office/drawing/2014/main" id="{E9D2DC6A-5B60-CFD2-A242-7D7C1A292223}"/>
              </a:ext>
            </a:extLst>
          </p:cNvPr>
          <p:cNvSpPr>
            <a:spLocks noGrp="1"/>
          </p:cNvSpPr>
          <p:nvPr>
            <p:ph type="ftr" sz="quarter" idx="29"/>
          </p:nvPr>
        </p:nvSpPr>
        <p:spPr/>
        <p:txBody>
          <a:bodyPr/>
          <a:lstStyle/>
          <a:p>
            <a:r>
              <a:rPr lang="en-US"/>
              <a:t>Presentation Title</a:t>
            </a:r>
            <a:endParaRPr lang="en-US" dirty="0"/>
          </a:p>
        </p:txBody>
      </p:sp>
      <p:sp>
        <p:nvSpPr>
          <p:cNvPr id="29" name="Slide Number Placeholder 28">
            <a:extLst>
              <a:ext uri="{FF2B5EF4-FFF2-40B4-BE49-F238E27FC236}">
                <a16:creationId xmlns:a16="http://schemas.microsoft.com/office/drawing/2014/main" id="{FB58EEF4-2D26-B28A-0361-42B10422827F}"/>
              </a:ext>
            </a:extLst>
          </p:cNvPr>
          <p:cNvSpPr>
            <a:spLocks noGrp="1"/>
          </p:cNvSpPr>
          <p:nvPr>
            <p:ph type="sldNum" sz="quarter" idx="30"/>
          </p:nvPr>
        </p:nvSpPr>
        <p:spPr/>
        <p:txBody>
          <a:bodyPr/>
          <a:lstStyle/>
          <a:p>
            <a:fld id="{A4F64288-DB08-144D-ABF4-BD40C5961FED}" type="slidenum">
              <a:rPr lang="en-AU" smtClean="0"/>
              <a:pPr/>
              <a:t>‹#›</a:t>
            </a:fld>
            <a:endParaRPr lang="en-AU"/>
          </a:p>
        </p:txBody>
      </p:sp>
    </p:spTree>
    <p:extLst>
      <p:ext uri="{BB962C8B-B14F-4D97-AF65-F5344CB8AC3E}">
        <p14:creationId xmlns:p14="http://schemas.microsoft.com/office/powerpoint/2010/main" val="309680750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amp; 2 Images Light Logo">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6D8D376E-B51B-F806-BE85-8A37252E7BF5}"/>
              </a:ext>
            </a:extLst>
          </p:cNvPr>
          <p:cNvSpPr>
            <a:spLocks noGrp="1"/>
          </p:cNvSpPr>
          <p:nvPr>
            <p:ph type="pic" sz="quarter" idx="19" hasCustomPrompt="1"/>
          </p:nvPr>
        </p:nvSpPr>
        <p:spPr>
          <a:xfrm>
            <a:off x="4514850" y="0"/>
            <a:ext cx="4629150" cy="2524124"/>
          </a:xfrm>
        </p:spPr>
        <p:txBody>
          <a:bodyPr anchor="ctr"/>
          <a:lstStyle>
            <a:lvl1pPr marL="0" indent="0" algn="ctr">
              <a:buNone/>
              <a:defRPr/>
            </a:lvl1pPr>
          </a:lstStyle>
          <a:p>
            <a:r>
              <a:rPr lang="en-US" dirty="0"/>
              <a:t>Click to add photo</a:t>
            </a:r>
          </a:p>
        </p:txBody>
      </p:sp>
      <p:sp>
        <p:nvSpPr>
          <p:cNvPr id="12" name="Title 1">
            <a:extLst>
              <a:ext uri="{FF2B5EF4-FFF2-40B4-BE49-F238E27FC236}">
                <a16:creationId xmlns:a16="http://schemas.microsoft.com/office/drawing/2014/main" id="{24467FD9-DAE8-527D-05C4-90BBF18061B9}"/>
              </a:ext>
            </a:extLst>
          </p:cNvPr>
          <p:cNvSpPr>
            <a:spLocks noGrp="1"/>
          </p:cNvSpPr>
          <p:nvPr>
            <p:ph type="ctrTitle"/>
          </p:nvPr>
        </p:nvSpPr>
        <p:spPr>
          <a:xfrm>
            <a:off x="588581" y="326827"/>
            <a:ext cx="377020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13" name="Text Placeholder 15">
            <a:extLst>
              <a:ext uri="{FF2B5EF4-FFF2-40B4-BE49-F238E27FC236}">
                <a16:creationId xmlns:a16="http://schemas.microsoft.com/office/drawing/2014/main" id="{5EBB640E-7905-5744-E411-DF1CC6DECD87}"/>
              </a:ext>
            </a:extLst>
          </p:cNvPr>
          <p:cNvSpPr>
            <a:spLocks noGrp="1"/>
          </p:cNvSpPr>
          <p:nvPr>
            <p:ph type="body" sz="quarter" idx="17" hasCustomPrompt="1"/>
          </p:nvPr>
        </p:nvSpPr>
        <p:spPr>
          <a:xfrm>
            <a:off x="588581" y="2087807"/>
            <a:ext cx="3770205" cy="2524125"/>
          </a:xfrm>
        </p:spPr>
        <p:txBody>
          <a:bodyPr>
            <a:normAutofit/>
          </a:bodyPr>
          <a:lstStyle>
            <a:lvl1pPr marL="0" indent="0">
              <a:buNone/>
              <a:defRPr sz="1350"/>
            </a:lvl1pPr>
          </a:lstStyle>
          <a:p>
            <a:pPr lvl="0"/>
            <a:r>
              <a:rPr lang="en-US" dirty="0"/>
              <a:t>Click to add text</a:t>
            </a:r>
          </a:p>
        </p:txBody>
      </p:sp>
      <p:sp>
        <p:nvSpPr>
          <p:cNvPr id="6" name="Picture Placeholder 7">
            <a:extLst>
              <a:ext uri="{FF2B5EF4-FFF2-40B4-BE49-F238E27FC236}">
                <a16:creationId xmlns:a16="http://schemas.microsoft.com/office/drawing/2014/main" id="{DC93D72C-4C17-615C-93F9-21EBE91233F6}"/>
              </a:ext>
            </a:extLst>
          </p:cNvPr>
          <p:cNvSpPr>
            <a:spLocks noGrp="1"/>
          </p:cNvSpPr>
          <p:nvPr>
            <p:ph type="pic" sz="quarter" idx="20" hasCustomPrompt="1"/>
          </p:nvPr>
        </p:nvSpPr>
        <p:spPr>
          <a:xfrm>
            <a:off x="4514850" y="2619376"/>
            <a:ext cx="4629150" cy="2524124"/>
          </a:xfrm>
        </p:spPr>
        <p:txBody>
          <a:bodyPr anchor="ctr"/>
          <a:lstStyle>
            <a:lvl1pPr marL="0" indent="0" algn="ctr">
              <a:buNone/>
              <a:defRPr/>
            </a:lvl1pPr>
          </a:lstStyle>
          <a:p>
            <a:r>
              <a:rPr lang="en-US" dirty="0"/>
              <a:t>Click to add photo</a:t>
            </a:r>
          </a:p>
        </p:txBody>
      </p:sp>
      <p:sp>
        <p:nvSpPr>
          <p:cNvPr id="15" name="Footer Placeholder 14">
            <a:extLst>
              <a:ext uri="{FF2B5EF4-FFF2-40B4-BE49-F238E27FC236}">
                <a16:creationId xmlns:a16="http://schemas.microsoft.com/office/drawing/2014/main" id="{93A8917F-CF74-7868-B7CB-6CEDFE56BAD8}"/>
              </a:ext>
            </a:extLst>
          </p:cNvPr>
          <p:cNvSpPr>
            <a:spLocks noGrp="1"/>
          </p:cNvSpPr>
          <p:nvPr>
            <p:ph type="ftr" sz="quarter" idx="21"/>
          </p:nvPr>
        </p:nvSpPr>
        <p:spPr/>
        <p:txBody>
          <a:bodyPr/>
          <a:lstStyle/>
          <a:p>
            <a:r>
              <a:rPr lang="en-US"/>
              <a:t>Presentation Title</a:t>
            </a:r>
            <a:endParaRPr lang="en-US" dirty="0"/>
          </a:p>
        </p:txBody>
      </p:sp>
      <p:sp>
        <p:nvSpPr>
          <p:cNvPr id="16" name="Slide Number Placeholder 15">
            <a:extLst>
              <a:ext uri="{FF2B5EF4-FFF2-40B4-BE49-F238E27FC236}">
                <a16:creationId xmlns:a16="http://schemas.microsoft.com/office/drawing/2014/main" id="{8DAFCB6E-A9BA-F1F1-B6F8-11F70D665E3C}"/>
              </a:ext>
            </a:extLst>
          </p:cNvPr>
          <p:cNvSpPr>
            <a:spLocks noGrp="1"/>
          </p:cNvSpPr>
          <p:nvPr>
            <p:ph type="sldNum" sz="quarter" idx="22"/>
          </p:nvPr>
        </p:nvSpPr>
        <p:spPr/>
        <p:txBody>
          <a:bodyPr/>
          <a:lstStyle/>
          <a:p>
            <a:fld id="{A4F64288-DB08-144D-ABF4-BD40C5961FED}" type="slidenum">
              <a:rPr lang="en-AU" smtClean="0"/>
              <a:pPr/>
              <a:t>‹#›</a:t>
            </a:fld>
            <a:endParaRPr lang="en-AU"/>
          </a:p>
        </p:txBody>
      </p:sp>
      <p:pic>
        <p:nvPicPr>
          <p:cNvPr id="2" name="Picture 1">
            <a:extLst>
              <a:ext uri="{FF2B5EF4-FFF2-40B4-BE49-F238E27FC236}">
                <a16:creationId xmlns:a16="http://schemas.microsoft.com/office/drawing/2014/main" id="{BEA3D1D0-D673-DFAA-55D0-AA65EB6F8CFC}"/>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7694310" y="318647"/>
            <a:ext cx="775215" cy="614114"/>
          </a:xfrm>
          <a:prstGeom prst="rect">
            <a:avLst/>
          </a:prstGeom>
        </p:spPr>
      </p:pic>
    </p:spTree>
    <p:extLst>
      <p:ext uri="{BB962C8B-B14F-4D97-AF65-F5344CB8AC3E}">
        <p14:creationId xmlns:p14="http://schemas.microsoft.com/office/powerpoint/2010/main" val="356559127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amp; 2 Images Dark Logo">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6D8D376E-B51B-F806-BE85-8A37252E7BF5}"/>
              </a:ext>
            </a:extLst>
          </p:cNvPr>
          <p:cNvSpPr>
            <a:spLocks noGrp="1"/>
          </p:cNvSpPr>
          <p:nvPr>
            <p:ph type="pic" sz="quarter" idx="19" hasCustomPrompt="1"/>
          </p:nvPr>
        </p:nvSpPr>
        <p:spPr>
          <a:xfrm>
            <a:off x="4514850" y="0"/>
            <a:ext cx="4629150" cy="2524124"/>
          </a:xfrm>
        </p:spPr>
        <p:txBody>
          <a:bodyPr anchor="ctr"/>
          <a:lstStyle>
            <a:lvl1pPr marL="0" indent="0" algn="ctr">
              <a:buNone/>
              <a:defRPr/>
            </a:lvl1pPr>
          </a:lstStyle>
          <a:p>
            <a:r>
              <a:rPr lang="en-US" dirty="0"/>
              <a:t>Click to add photo</a:t>
            </a:r>
          </a:p>
        </p:txBody>
      </p:sp>
      <p:sp>
        <p:nvSpPr>
          <p:cNvPr id="12" name="Title 1">
            <a:extLst>
              <a:ext uri="{FF2B5EF4-FFF2-40B4-BE49-F238E27FC236}">
                <a16:creationId xmlns:a16="http://schemas.microsoft.com/office/drawing/2014/main" id="{24467FD9-DAE8-527D-05C4-90BBF18061B9}"/>
              </a:ext>
            </a:extLst>
          </p:cNvPr>
          <p:cNvSpPr>
            <a:spLocks noGrp="1"/>
          </p:cNvSpPr>
          <p:nvPr>
            <p:ph type="ctrTitle"/>
          </p:nvPr>
        </p:nvSpPr>
        <p:spPr>
          <a:xfrm>
            <a:off x="588581" y="326827"/>
            <a:ext cx="3770205" cy="616148"/>
          </a:xfrm>
        </p:spPr>
        <p:txBody>
          <a:bodyPr anchor="ctr">
            <a:normAutofit/>
          </a:bodyPr>
          <a:lstStyle>
            <a:lvl1pPr>
              <a:defRPr sz="3375" spc="-15" baseline="0">
                <a:solidFill>
                  <a:schemeClr val="tx1"/>
                </a:solidFill>
              </a:defRPr>
            </a:lvl1pPr>
          </a:lstStyle>
          <a:p>
            <a:r>
              <a:rPr lang="en-US"/>
              <a:t>Click to edit Master title style</a:t>
            </a:r>
            <a:endParaRPr lang="en-US" dirty="0"/>
          </a:p>
        </p:txBody>
      </p:sp>
      <p:sp>
        <p:nvSpPr>
          <p:cNvPr id="13" name="Text Placeholder 15">
            <a:extLst>
              <a:ext uri="{FF2B5EF4-FFF2-40B4-BE49-F238E27FC236}">
                <a16:creationId xmlns:a16="http://schemas.microsoft.com/office/drawing/2014/main" id="{5EBB640E-7905-5744-E411-DF1CC6DECD87}"/>
              </a:ext>
            </a:extLst>
          </p:cNvPr>
          <p:cNvSpPr>
            <a:spLocks noGrp="1"/>
          </p:cNvSpPr>
          <p:nvPr>
            <p:ph type="body" sz="quarter" idx="17" hasCustomPrompt="1"/>
          </p:nvPr>
        </p:nvSpPr>
        <p:spPr>
          <a:xfrm>
            <a:off x="588581" y="2087807"/>
            <a:ext cx="3770205" cy="2524125"/>
          </a:xfrm>
        </p:spPr>
        <p:txBody>
          <a:bodyPr>
            <a:normAutofit/>
          </a:bodyPr>
          <a:lstStyle>
            <a:lvl1pPr marL="0" indent="0">
              <a:buNone/>
              <a:defRPr sz="1350"/>
            </a:lvl1pPr>
          </a:lstStyle>
          <a:p>
            <a:pPr lvl="0"/>
            <a:r>
              <a:rPr lang="en-US" dirty="0"/>
              <a:t>Click to add text</a:t>
            </a:r>
          </a:p>
        </p:txBody>
      </p:sp>
      <p:sp>
        <p:nvSpPr>
          <p:cNvPr id="6" name="Picture Placeholder 7">
            <a:extLst>
              <a:ext uri="{FF2B5EF4-FFF2-40B4-BE49-F238E27FC236}">
                <a16:creationId xmlns:a16="http://schemas.microsoft.com/office/drawing/2014/main" id="{DC93D72C-4C17-615C-93F9-21EBE91233F6}"/>
              </a:ext>
            </a:extLst>
          </p:cNvPr>
          <p:cNvSpPr>
            <a:spLocks noGrp="1"/>
          </p:cNvSpPr>
          <p:nvPr>
            <p:ph type="pic" sz="quarter" idx="20" hasCustomPrompt="1"/>
          </p:nvPr>
        </p:nvSpPr>
        <p:spPr>
          <a:xfrm>
            <a:off x="4514850" y="2619376"/>
            <a:ext cx="4629150" cy="2524124"/>
          </a:xfrm>
        </p:spPr>
        <p:txBody>
          <a:bodyPr anchor="ctr"/>
          <a:lstStyle>
            <a:lvl1pPr marL="0" indent="0" algn="ctr">
              <a:buNone/>
              <a:defRPr/>
            </a:lvl1pPr>
          </a:lstStyle>
          <a:p>
            <a:r>
              <a:rPr lang="en-US" dirty="0"/>
              <a:t>Click to add photo</a:t>
            </a:r>
          </a:p>
        </p:txBody>
      </p:sp>
      <p:sp>
        <p:nvSpPr>
          <p:cNvPr id="10" name="Footer Placeholder 9">
            <a:extLst>
              <a:ext uri="{FF2B5EF4-FFF2-40B4-BE49-F238E27FC236}">
                <a16:creationId xmlns:a16="http://schemas.microsoft.com/office/drawing/2014/main" id="{FC5A16C6-DD48-41D8-5A4F-FB9270C66D7C}"/>
              </a:ext>
            </a:extLst>
          </p:cNvPr>
          <p:cNvSpPr>
            <a:spLocks noGrp="1"/>
          </p:cNvSpPr>
          <p:nvPr>
            <p:ph type="ftr" sz="quarter" idx="21"/>
          </p:nvPr>
        </p:nvSpPr>
        <p:spPr/>
        <p:txBody>
          <a:bodyPr/>
          <a:lstStyle/>
          <a:p>
            <a:r>
              <a:rPr lang="en-US"/>
              <a:t>Presentation Title</a:t>
            </a:r>
            <a:endParaRPr lang="en-US" dirty="0"/>
          </a:p>
        </p:txBody>
      </p:sp>
      <p:sp>
        <p:nvSpPr>
          <p:cNvPr id="11" name="Slide Number Placeholder 10">
            <a:extLst>
              <a:ext uri="{FF2B5EF4-FFF2-40B4-BE49-F238E27FC236}">
                <a16:creationId xmlns:a16="http://schemas.microsoft.com/office/drawing/2014/main" id="{21550F18-1839-9588-31E4-3EF480F77330}"/>
              </a:ext>
            </a:extLst>
          </p:cNvPr>
          <p:cNvSpPr>
            <a:spLocks noGrp="1"/>
          </p:cNvSpPr>
          <p:nvPr>
            <p:ph type="sldNum" sz="quarter" idx="22"/>
          </p:nvPr>
        </p:nvSpPr>
        <p:spPr/>
        <p:txBody>
          <a:bodyPr/>
          <a:lstStyle/>
          <a:p>
            <a:fld id="{A4F64288-DB08-144D-ABF4-BD40C5961FED}" type="slidenum">
              <a:rPr lang="en-AU" smtClean="0"/>
              <a:pPr/>
              <a:t>‹#›</a:t>
            </a:fld>
            <a:endParaRPr lang="en-AU"/>
          </a:p>
        </p:txBody>
      </p:sp>
      <p:pic>
        <p:nvPicPr>
          <p:cNvPr id="2" name="Picture 1">
            <a:extLst>
              <a:ext uri="{FF2B5EF4-FFF2-40B4-BE49-F238E27FC236}">
                <a16:creationId xmlns:a16="http://schemas.microsoft.com/office/drawing/2014/main" id="{5CA12542-C0AF-8950-4B21-F77E738C0645}"/>
              </a:ext>
            </a:extLst>
          </p:cNvPr>
          <p:cNvPicPr>
            <a:picLocks noChangeAspect="1"/>
          </p:cNvPicPr>
          <p:nvPr/>
        </p:nvPicPr>
        <p:blipFill>
          <a:blip r:embed="rId2"/>
          <a:srcRect/>
          <a:stretch/>
        </p:blipFill>
        <p:spPr>
          <a:xfrm>
            <a:off x="7693819" y="322065"/>
            <a:ext cx="774917" cy="613878"/>
          </a:xfrm>
          <a:prstGeom prst="rect">
            <a:avLst/>
          </a:prstGeom>
        </p:spPr>
      </p:pic>
    </p:spTree>
    <p:extLst>
      <p:ext uri="{BB962C8B-B14F-4D97-AF65-F5344CB8AC3E}">
        <p14:creationId xmlns:p14="http://schemas.microsoft.com/office/powerpoint/2010/main" val="41899768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amp; Imag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520026-493A-1600-445A-A00966F25509}"/>
              </a:ext>
            </a:extLst>
          </p:cNvPr>
          <p:cNvSpPr/>
          <p:nvPr/>
        </p:nvSpPr>
        <p:spPr>
          <a:xfrm>
            <a:off x="0" y="0"/>
            <a:ext cx="9144000"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6" name="Text Placeholder 15">
            <a:extLst>
              <a:ext uri="{FF2B5EF4-FFF2-40B4-BE49-F238E27FC236}">
                <a16:creationId xmlns:a16="http://schemas.microsoft.com/office/drawing/2014/main" id="{D93AD9F9-6020-AFA9-B763-C0239CC2E16A}"/>
              </a:ext>
            </a:extLst>
          </p:cNvPr>
          <p:cNvSpPr>
            <a:spLocks noGrp="1"/>
          </p:cNvSpPr>
          <p:nvPr>
            <p:ph type="body" sz="quarter" idx="17" hasCustomPrompt="1"/>
          </p:nvPr>
        </p:nvSpPr>
        <p:spPr>
          <a:xfrm>
            <a:off x="588581" y="1500922"/>
            <a:ext cx="3770205" cy="1743440"/>
          </a:xfrm>
        </p:spPr>
        <p:txBody>
          <a:bodyPr>
            <a:normAutofit/>
          </a:bodyPr>
          <a:lstStyle>
            <a:lvl1pPr marL="0" indent="0">
              <a:buNone/>
              <a:defRPr sz="1350">
                <a:solidFill>
                  <a:schemeClr val="bg1"/>
                </a:solidFill>
              </a:defRPr>
            </a:lvl1pPr>
          </a:lstStyle>
          <a:p>
            <a:pPr lvl="0"/>
            <a:r>
              <a:rPr lang="en-US" dirty="0"/>
              <a:t>Click to add text</a:t>
            </a:r>
          </a:p>
        </p:txBody>
      </p:sp>
      <p:sp>
        <p:nvSpPr>
          <p:cNvPr id="13" name="Footer Placeholder 12">
            <a:extLst>
              <a:ext uri="{FF2B5EF4-FFF2-40B4-BE49-F238E27FC236}">
                <a16:creationId xmlns:a16="http://schemas.microsoft.com/office/drawing/2014/main" id="{1489AE1C-24C8-F23F-38E4-15464DC4481B}"/>
              </a:ext>
            </a:extLst>
          </p:cNvPr>
          <p:cNvSpPr>
            <a:spLocks noGrp="1"/>
          </p:cNvSpPr>
          <p:nvPr>
            <p:ph type="ftr" sz="quarter" idx="19"/>
          </p:nvPr>
        </p:nvSpPr>
        <p:spPr/>
        <p:txBody>
          <a:bodyPr/>
          <a:lstStyle/>
          <a:p>
            <a:r>
              <a:rPr lang="en-US"/>
              <a:t>Presentation Title</a:t>
            </a:r>
            <a:endParaRPr lang="en-US" dirty="0"/>
          </a:p>
        </p:txBody>
      </p:sp>
      <p:sp>
        <p:nvSpPr>
          <p:cNvPr id="14" name="Slide Number Placeholder 13">
            <a:extLst>
              <a:ext uri="{FF2B5EF4-FFF2-40B4-BE49-F238E27FC236}">
                <a16:creationId xmlns:a16="http://schemas.microsoft.com/office/drawing/2014/main" id="{BB808663-9FAB-31FE-C2CB-08722DA4FF77}"/>
              </a:ext>
            </a:extLst>
          </p:cNvPr>
          <p:cNvSpPr>
            <a:spLocks noGrp="1"/>
          </p:cNvSpPr>
          <p:nvPr>
            <p:ph type="sldNum" sz="quarter" idx="20"/>
          </p:nvPr>
        </p:nvSpPr>
        <p:spPr/>
        <p:txBody>
          <a:bodyPr/>
          <a:lstStyle/>
          <a:p>
            <a:fld id="{A4F64288-DB08-144D-ABF4-BD40C5961FED}" type="slidenum">
              <a:rPr lang="en-AU" smtClean="0"/>
              <a:pPr/>
              <a:t>‹#›</a:t>
            </a:fld>
            <a:endParaRPr lang="en-AU"/>
          </a:p>
        </p:txBody>
      </p:sp>
      <p:pic>
        <p:nvPicPr>
          <p:cNvPr id="5" name="Picture 4">
            <a:extLst>
              <a:ext uri="{FF2B5EF4-FFF2-40B4-BE49-F238E27FC236}">
                <a16:creationId xmlns:a16="http://schemas.microsoft.com/office/drawing/2014/main" id="{B0E08271-F46C-99BF-48A5-A6D06806955B}"/>
              </a:ext>
            </a:extLst>
          </p:cNvPr>
          <p:cNvPicPr>
            <a:picLocks noChangeAspect="1"/>
          </p:cNvPicPr>
          <p:nvPr/>
        </p:nvPicPr>
        <p:blipFill>
          <a:blip r:embed="rId2"/>
          <a:srcRect/>
          <a:stretch/>
        </p:blipFill>
        <p:spPr>
          <a:xfrm>
            <a:off x="7694310" y="320086"/>
            <a:ext cx="775215" cy="614114"/>
          </a:xfrm>
          <a:prstGeom prst="rect">
            <a:avLst/>
          </a:prstGeom>
        </p:spPr>
      </p:pic>
    </p:spTree>
    <p:extLst>
      <p:ext uri="{BB962C8B-B14F-4D97-AF65-F5344CB8AC3E}">
        <p14:creationId xmlns:p14="http://schemas.microsoft.com/office/powerpoint/2010/main" val="419316798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losing 01">
    <p:spTree>
      <p:nvGrpSpPr>
        <p:cNvPr id="1" name=""/>
        <p:cNvGrpSpPr/>
        <p:nvPr/>
      </p:nvGrpSpPr>
      <p:grpSpPr>
        <a:xfrm>
          <a:off x="0" y="0"/>
          <a:ext cx="0" cy="0"/>
          <a:chOff x="0" y="0"/>
          <a:chExt cx="0" cy="0"/>
        </a:xfrm>
      </p:grpSpPr>
      <p:pic>
        <p:nvPicPr>
          <p:cNvPr id="2" name="Picture 1" descr="A green and black background&#10;&#10;AI-generated content may be incorrect.">
            <a:extLst>
              <a:ext uri="{FF2B5EF4-FFF2-40B4-BE49-F238E27FC236}">
                <a16:creationId xmlns:a16="http://schemas.microsoft.com/office/drawing/2014/main" id="{5741B308-03A5-32AA-174C-7B2B2066217E}"/>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
            <a:ext cx="9144000" cy="5143500"/>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B867AAA7-508D-0BD3-2129-54F4856A1EC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4904" y="4103949"/>
            <a:ext cx="970961" cy="538400"/>
          </a:xfrm>
          <a:prstGeom prst="rect">
            <a:avLst/>
          </a:prstGeom>
        </p:spPr>
      </p:pic>
      <p:sp>
        <p:nvSpPr>
          <p:cNvPr id="3" name="Title 1">
            <a:extLst>
              <a:ext uri="{FF2B5EF4-FFF2-40B4-BE49-F238E27FC236}">
                <a16:creationId xmlns:a16="http://schemas.microsoft.com/office/drawing/2014/main" id="{238E9C5C-D49C-B836-8A5C-2A2F43132CC3}"/>
              </a:ext>
            </a:extLst>
          </p:cNvPr>
          <p:cNvSpPr txBox="1">
            <a:spLocks/>
          </p:cNvSpPr>
          <p:nvPr/>
        </p:nvSpPr>
        <p:spPr>
          <a:xfrm>
            <a:off x="484724" y="1452196"/>
            <a:ext cx="6858000" cy="17907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AU" sz="3375" dirty="0">
                <a:solidFill>
                  <a:schemeClr val="bg1"/>
                </a:solidFill>
                <a:latin typeface="+mn-lt"/>
              </a:rPr>
              <a:t>Thank You</a:t>
            </a:r>
          </a:p>
        </p:txBody>
      </p:sp>
      <p:pic>
        <p:nvPicPr>
          <p:cNvPr id="6" name="Picture 5">
            <a:extLst>
              <a:ext uri="{FF2B5EF4-FFF2-40B4-BE49-F238E27FC236}">
                <a16:creationId xmlns:a16="http://schemas.microsoft.com/office/drawing/2014/main" id="{C9BFA656-AD3F-3F2E-B0C2-8C7733787541}"/>
              </a:ext>
            </a:extLst>
          </p:cNvPr>
          <p:cNvPicPr>
            <a:picLocks noChangeAspect="1"/>
          </p:cNvPicPr>
          <p:nvPr/>
        </p:nvPicPr>
        <p:blipFill>
          <a:blip r:embed="rId4"/>
          <a:srcRect/>
          <a:stretch/>
        </p:blipFill>
        <p:spPr>
          <a:xfrm>
            <a:off x="582649" y="495055"/>
            <a:ext cx="961592" cy="761759"/>
          </a:xfrm>
          <a:prstGeom prst="rect">
            <a:avLst/>
          </a:prstGeom>
        </p:spPr>
      </p:pic>
    </p:spTree>
    <p:extLst>
      <p:ext uri="{BB962C8B-B14F-4D97-AF65-F5344CB8AC3E}">
        <p14:creationId xmlns:p14="http://schemas.microsoft.com/office/powerpoint/2010/main" val="232547113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ing 0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037462-3C0F-DF2F-F025-01E3D6D1D86F}"/>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
            <a:ext cx="9144000" cy="5143500"/>
          </a:xfrm>
          <a:prstGeom prst="rect">
            <a:avLst/>
          </a:prstGeom>
        </p:spPr>
      </p:pic>
      <p:pic>
        <p:nvPicPr>
          <p:cNvPr id="5" name="Picture 4">
            <a:extLst>
              <a:ext uri="{FF2B5EF4-FFF2-40B4-BE49-F238E27FC236}">
                <a16:creationId xmlns:a16="http://schemas.microsoft.com/office/drawing/2014/main" id="{19845F8D-E6A0-1F05-FC3E-3291AE5809A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584903" y="4103949"/>
            <a:ext cx="970961" cy="538400"/>
          </a:xfrm>
          <a:prstGeom prst="rect">
            <a:avLst/>
          </a:prstGeom>
        </p:spPr>
      </p:pic>
      <p:sp>
        <p:nvSpPr>
          <p:cNvPr id="3" name="Title 1">
            <a:extLst>
              <a:ext uri="{FF2B5EF4-FFF2-40B4-BE49-F238E27FC236}">
                <a16:creationId xmlns:a16="http://schemas.microsoft.com/office/drawing/2014/main" id="{B8E83EA5-5EB6-A40C-4A83-BBBC6BB54415}"/>
              </a:ext>
            </a:extLst>
          </p:cNvPr>
          <p:cNvSpPr txBox="1">
            <a:spLocks/>
          </p:cNvSpPr>
          <p:nvPr/>
        </p:nvSpPr>
        <p:spPr>
          <a:xfrm>
            <a:off x="484724" y="1452196"/>
            <a:ext cx="6858000" cy="17907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AU" sz="3375" dirty="0">
                <a:solidFill>
                  <a:schemeClr val="tx1"/>
                </a:solidFill>
                <a:latin typeface="+mn-lt"/>
              </a:rPr>
              <a:t>Thank You</a:t>
            </a:r>
          </a:p>
        </p:txBody>
      </p:sp>
      <p:pic>
        <p:nvPicPr>
          <p:cNvPr id="6" name="Picture 5">
            <a:extLst>
              <a:ext uri="{FF2B5EF4-FFF2-40B4-BE49-F238E27FC236}">
                <a16:creationId xmlns:a16="http://schemas.microsoft.com/office/drawing/2014/main" id="{32EE5F7F-6F23-E595-9B3C-48C5E33C3AF1}"/>
              </a:ext>
            </a:extLst>
          </p:cNvPr>
          <p:cNvPicPr>
            <a:picLocks noChangeAspect="1"/>
          </p:cNvPicPr>
          <p:nvPr/>
        </p:nvPicPr>
        <p:blipFill>
          <a:blip r:embed="rId4"/>
          <a:srcRect/>
          <a:stretch/>
        </p:blipFill>
        <p:spPr>
          <a:xfrm>
            <a:off x="581855" y="495055"/>
            <a:ext cx="961592" cy="761759"/>
          </a:xfrm>
          <a:prstGeom prst="rect">
            <a:avLst/>
          </a:prstGeom>
        </p:spPr>
      </p:pic>
    </p:spTree>
    <p:extLst>
      <p:ext uri="{BB962C8B-B14F-4D97-AF65-F5344CB8AC3E}">
        <p14:creationId xmlns:p14="http://schemas.microsoft.com/office/powerpoint/2010/main" val="185881592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losing 0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19A5FCE-CC5D-AEED-3181-4650CA194174}"/>
              </a:ext>
            </a:extLst>
          </p:cNvPr>
          <p:cNvSpPr txBox="1">
            <a:spLocks/>
          </p:cNvSpPr>
          <p:nvPr/>
        </p:nvSpPr>
        <p:spPr>
          <a:xfrm>
            <a:off x="484724" y="1452196"/>
            <a:ext cx="6858000" cy="17907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AU" sz="3375" dirty="0">
                <a:solidFill>
                  <a:schemeClr val="tx1"/>
                </a:solidFill>
                <a:latin typeface="+mn-lt"/>
              </a:rPr>
              <a:t>Thank You</a:t>
            </a:r>
          </a:p>
        </p:txBody>
      </p:sp>
      <p:pic>
        <p:nvPicPr>
          <p:cNvPr id="5" name="Picture 4">
            <a:extLst>
              <a:ext uri="{FF2B5EF4-FFF2-40B4-BE49-F238E27FC236}">
                <a16:creationId xmlns:a16="http://schemas.microsoft.com/office/drawing/2014/main" id="{CB70363B-4856-8253-5168-F797AB16EFBF}"/>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84903" y="4103949"/>
            <a:ext cx="970961" cy="538400"/>
          </a:xfrm>
          <a:prstGeom prst="rect">
            <a:avLst/>
          </a:prstGeom>
        </p:spPr>
      </p:pic>
      <p:pic>
        <p:nvPicPr>
          <p:cNvPr id="2" name="Picture 1">
            <a:extLst>
              <a:ext uri="{FF2B5EF4-FFF2-40B4-BE49-F238E27FC236}">
                <a16:creationId xmlns:a16="http://schemas.microsoft.com/office/drawing/2014/main" id="{59CC592C-6934-8FA9-21E7-2E9C933CCE20}"/>
              </a:ext>
            </a:extLst>
          </p:cNvPr>
          <p:cNvPicPr>
            <a:picLocks noChangeAspect="1"/>
          </p:cNvPicPr>
          <p:nvPr/>
        </p:nvPicPr>
        <p:blipFill>
          <a:blip r:embed="rId3"/>
          <a:srcRect/>
          <a:stretch/>
        </p:blipFill>
        <p:spPr>
          <a:xfrm>
            <a:off x="581855" y="495055"/>
            <a:ext cx="961592" cy="761759"/>
          </a:xfrm>
          <a:prstGeom prst="rect">
            <a:avLst/>
          </a:prstGeom>
        </p:spPr>
      </p:pic>
    </p:spTree>
    <p:extLst>
      <p:ext uri="{BB962C8B-B14F-4D97-AF65-F5344CB8AC3E}">
        <p14:creationId xmlns:p14="http://schemas.microsoft.com/office/powerpoint/2010/main" val="52728100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ain Cover Option A">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670422"/>
            <a:ext cx="9144000" cy="760768"/>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350"/>
          </a:p>
        </p:txBody>
      </p:sp>
      <p:sp>
        <p:nvSpPr>
          <p:cNvPr id="15" name="Title 1"/>
          <p:cNvSpPr>
            <a:spLocks noGrp="1"/>
          </p:cNvSpPr>
          <p:nvPr>
            <p:ph type="ctrTitle" hasCustomPrompt="1"/>
          </p:nvPr>
        </p:nvSpPr>
        <p:spPr>
          <a:xfrm>
            <a:off x="286678" y="669946"/>
            <a:ext cx="8570645" cy="761244"/>
          </a:xfrm>
        </p:spPr>
        <p:txBody>
          <a:bodyPr anchor="ctr">
            <a:normAutofit/>
          </a:bodyPr>
          <a:lstStyle>
            <a:lvl1pPr algn="ctr">
              <a:lnSpc>
                <a:spcPct val="100000"/>
              </a:lnSpc>
              <a:spcAft>
                <a:spcPts val="450"/>
              </a:spcAft>
              <a:defRPr sz="2100" b="1" baseline="0">
                <a:solidFill>
                  <a:srgbClr val="000000"/>
                </a:solidFill>
                <a:latin typeface="Arial" charset="0"/>
                <a:ea typeface="Arial" charset="0"/>
                <a:cs typeface="Arial" charset="0"/>
              </a:defRPr>
            </a:lvl1pPr>
          </a:lstStyle>
          <a:p>
            <a:r>
              <a:rPr lang="en-US" dirty="0"/>
              <a:t>Cover Option A without sub heading: Click to add heading</a:t>
            </a:r>
          </a:p>
        </p:txBody>
      </p:sp>
      <p:sp>
        <p:nvSpPr>
          <p:cNvPr id="17" name="Picture Placeholder 16"/>
          <p:cNvSpPr>
            <a:spLocks noGrp="1" noChangeAspect="1"/>
          </p:cNvSpPr>
          <p:nvPr>
            <p:ph type="pic" sz="quarter" idx="12" hasCustomPrompt="1"/>
          </p:nvPr>
        </p:nvSpPr>
        <p:spPr>
          <a:xfrm>
            <a:off x="0" y="1431190"/>
            <a:ext cx="9144000" cy="3712310"/>
          </a:xfrm>
          <a:solidFill>
            <a:schemeClr val="tx2">
              <a:lumMod val="20000"/>
              <a:lumOff val="80000"/>
            </a:schemeClr>
          </a:solidFill>
        </p:spPr>
        <p:txBody>
          <a:bodyPr anchor="ctr">
            <a:normAutofit/>
          </a:bodyPr>
          <a:lstStyle>
            <a:lvl1pPr algn="ctr">
              <a:defRPr sz="1200" b="0"/>
            </a:lvl1pPr>
          </a:lstStyle>
          <a:p>
            <a:r>
              <a:rPr lang="en-US" dirty="0"/>
              <a:t>Click this icon to insert image</a:t>
            </a:r>
          </a:p>
        </p:txBody>
      </p:sp>
      <p:pic>
        <p:nvPicPr>
          <p:cNvPr id="2" name="Picture 1"/>
          <p:cNvPicPr>
            <a:picLocks noChangeAspect="1"/>
          </p:cNvPicPr>
          <p:nvPr userDrawn="1"/>
        </p:nvPicPr>
        <p:blipFill>
          <a:blip r:embed="rId2"/>
          <a:stretch>
            <a:fillRect/>
          </a:stretch>
        </p:blipFill>
        <p:spPr>
          <a:xfrm>
            <a:off x="6223000" y="-2381"/>
            <a:ext cx="2921000" cy="670748"/>
          </a:xfrm>
          <a:prstGeom prst="rect">
            <a:avLst/>
          </a:prstGeom>
        </p:spPr>
      </p:pic>
    </p:spTree>
    <p:extLst>
      <p:ext uri="{BB962C8B-B14F-4D97-AF65-F5344CB8AC3E}">
        <p14:creationId xmlns:p14="http://schemas.microsoft.com/office/powerpoint/2010/main" val="17774777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in Cover Option B">
    <p:spTree>
      <p:nvGrpSpPr>
        <p:cNvPr id="1" name=""/>
        <p:cNvGrpSpPr/>
        <p:nvPr/>
      </p:nvGrpSpPr>
      <p:grpSpPr>
        <a:xfrm>
          <a:off x="0" y="0"/>
          <a:ext cx="0" cy="0"/>
          <a:chOff x="0" y="0"/>
          <a:chExt cx="0" cy="0"/>
        </a:xfrm>
      </p:grpSpPr>
      <p:sp>
        <p:nvSpPr>
          <p:cNvPr id="3" name="Rectangle 2"/>
          <p:cNvSpPr>
            <a:spLocks noChangeArrowheads="1"/>
          </p:cNvSpPr>
          <p:nvPr userDrawn="1"/>
        </p:nvSpPr>
        <p:spPr bwMode="auto">
          <a:xfrm>
            <a:off x="0" y="670422"/>
            <a:ext cx="9144000" cy="760768"/>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350"/>
          </a:p>
        </p:txBody>
      </p:sp>
      <p:sp>
        <p:nvSpPr>
          <p:cNvPr id="4" name="Title 1"/>
          <p:cNvSpPr>
            <a:spLocks noGrp="1"/>
          </p:cNvSpPr>
          <p:nvPr>
            <p:ph type="ctrTitle" hasCustomPrompt="1"/>
          </p:nvPr>
        </p:nvSpPr>
        <p:spPr>
          <a:xfrm>
            <a:off x="286678" y="669946"/>
            <a:ext cx="8570645" cy="505396"/>
          </a:xfrm>
        </p:spPr>
        <p:txBody>
          <a:bodyPr anchor="ctr">
            <a:normAutofit/>
          </a:bodyPr>
          <a:lstStyle>
            <a:lvl1pPr algn="ctr">
              <a:lnSpc>
                <a:spcPct val="100000"/>
              </a:lnSpc>
              <a:spcAft>
                <a:spcPts val="450"/>
              </a:spcAft>
              <a:defRPr sz="2100" b="1" baseline="0">
                <a:solidFill>
                  <a:srgbClr val="000000"/>
                </a:solidFill>
                <a:latin typeface="Arial" charset="0"/>
                <a:ea typeface="Arial" charset="0"/>
                <a:cs typeface="Arial" charset="0"/>
              </a:defRPr>
            </a:lvl1pPr>
          </a:lstStyle>
          <a:p>
            <a:r>
              <a:rPr lang="en-US" dirty="0"/>
              <a:t>Cover Option A with sub heading: Click to add heading</a:t>
            </a:r>
          </a:p>
        </p:txBody>
      </p:sp>
      <p:sp>
        <p:nvSpPr>
          <p:cNvPr id="5" name="Picture Placeholder 16"/>
          <p:cNvSpPr>
            <a:spLocks noGrp="1" noChangeAspect="1"/>
          </p:cNvSpPr>
          <p:nvPr>
            <p:ph type="pic" sz="quarter" idx="12" hasCustomPrompt="1"/>
          </p:nvPr>
        </p:nvSpPr>
        <p:spPr>
          <a:xfrm>
            <a:off x="0" y="1431190"/>
            <a:ext cx="9144000" cy="3712310"/>
          </a:xfrm>
          <a:solidFill>
            <a:schemeClr val="tx2">
              <a:lumMod val="20000"/>
              <a:lumOff val="80000"/>
            </a:schemeClr>
          </a:solidFill>
        </p:spPr>
        <p:txBody>
          <a:bodyPr anchor="ctr">
            <a:normAutofit/>
          </a:bodyPr>
          <a:lstStyle>
            <a:lvl1pPr algn="ctr">
              <a:defRPr sz="1200" b="0"/>
            </a:lvl1pPr>
          </a:lstStyle>
          <a:p>
            <a:r>
              <a:rPr lang="en-US" dirty="0"/>
              <a:t>Click this icon to insert image</a:t>
            </a:r>
          </a:p>
        </p:txBody>
      </p:sp>
      <p:sp>
        <p:nvSpPr>
          <p:cNvPr id="10" name="Text Placeholder 9"/>
          <p:cNvSpPr>
            <a:spLocks noGrp="1"/>
          </p:cNvSpPr>
          <p:nvPr>
            <p:ph type="body" sz="quarter" idx="14" hasCustomPrompt="1"/>
          </p:nvPr>
        </p:nvSpPr>
        <p:spPr>
          <a:xfrm>
            <a:off x="286678" y="1098630"/>
            <a:ext cx="8570645" cy="299311"/>
          </a:xfrm>
        </p:spPr>
        <p:txBody>
          <a:bodyPr/>
          <a:lstStyle>
            <a:lvl1pPr algn="ctr">
              <a:defRPr>
                <a:solidFill>
                  <a:srgbClr val="000000"/>
                </a:solidFill>
              </a:defRPr>
            </a:lvl1pPr>
          </a:lstStyle>
          <a:p>
            <a:pPr lvl="0"/>
            <a:r>
              <a:rPr lang="en-US" dirty="0"/>
              <a:t>Click to add sub heading</a:t>
            </a:r>
          </a:p>
        </p:txBody>
      </p:sp>
      <p:pic>
        <p:nvPicPr>
          <p:cNvPr id="9" name="Picture 8"/>
          <p:cNvPicPr>
            <a:picLocks noChangeAspect="1"/>
          </p:cNvPicPr>
          <p:nvPr userDrawn="1"/>
        </p:nvPicPr>
        <p:blipFill>
          <a:blip r:embed="rId2"/>
          <a:stretch>
            <a:fillRect/>
          </a:stretch>
        </p:blipFill>
        <p:spPr>
          <a:xfrm>
            <a:off x="6223000" y="-2381"/>
            <a:ext cx="2921000" cy="670748"/>
          </a:xfrm>
          <a:prstGeom prst="rect">
            <a:avLst/>
          </a:prstGeom>
        </p:spPr>
      </p:pic>
    </p:spTree>
    <p:extLst>
      <p:ext uri="{BB962C8B-B14F-4D97-AF65-F5344CB8AC3E}">
        <p14:creationId xmlns:p14="http://schemas.microsoft.com/office/powerpoint/2010/main" val="10018541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in Cover Option C">
    <p:spTree>
      <p:nvGrpSpPr>
        <p:cNvPr id="1" name=""/>
        <p:cNvGrpSpPr/>
        <p:nvPr/>
      </p:nvGrpSpPr>
      <p:grpSpPr>
        <a:xfrm>
          <a:off x="0" y="0"/>
          <a:ext cx="0" cy="0"/>
          <a:chOff x="0" y="0"/>
          <a:chExt cx="0" cy="0"/>
        </a:xfrm>
      </p:grpSpPr>
      <p:sp>
        <p:nvSpPr>
          <p:cNvPr id="6" name="Picture Placeholder 5"/>
          <p:cNvSpPr>
            <a:spLocks noGrp="1" noChangeAspect="1"/>
          </p:cNvSpPr>
          <p:nvPr>
            <p:ph type="pic" sz="quarter" idx="10" hasCustomPrompt="1"/>
          </p:nvPr>
        </p:nvSpPr>
        <p:spPr>
          <a:xfrm>
            <a:off x="0" y="0"/>
            <a:ext cx="5067058" cy="5143500"/>
          </a:xfrm>
          <a:solidFill>
            <a:schemeClr val="tx2">
              <a:lumMod val="20000"/>
              <a:lumOff val="80000"/>
            </a:schemeClr>
          </a:solidFill>
        </p:spPr>
        <p:txBody>
          <a:bodyPr anchor="ctr">
            <a:normAutofit/>
          </a:bodyPr>
          <a:lstStyle>
            <a:lvl1pPr algn="ctr">
              <a:defRPr sz="1200" b="0" baseline="0"/>
            </a:lvl1pPr>
          </a:lstStyle>
          <a:p>
            <a:r>
              <a:rPr lang="en-US" dirty="0"/>
              <a:t>Click this icon to insert image</a:t>
            </a:r>
          </a:p>
        </p:txBody>
      </p:sp>
      <p:sp>
        <p:nvSpPr>
          <p:cNvPr id="14" name="Title 1"/>
          <p:cNvSpPr>
            <a:spLocks noGrp="1"/>
          </p:cNvSpPr>
          <p:nvPr>
            <p:ph type="ctrTitle" hasCustomPrompt="1"/>
          </p:nvPr>
        </p:nvSpPr>
        <p:spPr>
          <a:xfrm>
            <a:off x="5285950" y="2254509"/>
            <a:ext cx="3608239" cy="928217"/>
          </a:xfrm>
        </p:spPr>
        <p:txBody>
          <a:bodyPr anchor="b">
            <a:normAutofit/>
          </a:bodyPr>
          <a:lstStyle>
            <a:lvl1pPr algn="l">
              <a:lnSpc>
                <a:spcPct val="100000"/>
              </a:lnSpc>
              <a:spcAft>
                <a:spcPts val="450"/>
              </a:spcAft>
              <a:defRPr sz="2100" b="1" baseline="0">
                <a:solidFill>
                  <a:schemeClr val="accent4"/>
                </a:solidFill>
                <a:latin typeface="Arial" charset="0"/>
                <a:ea typeface="Arial" charset="0"/>
                <a:cs typeface="Arial" charset="0"/>
              </a:defRPr>
            </a:lvl1pPr>
          </a:lstStyle>
          <a:p>
            <a:r>
              <a:rPr lang="en-US" dirty="0"/>
              <a:t>Cover Option B:</a:t>
            </a:r>
            <a:br>
              <a:rPr lang="en-US" dirty="0"/>
            </a:br>
            <a:r>
              <a:rPr lang="en-US" dirty="0"/>
              <a:t>Click to add heading</a:t>
            </a:r>
          </a:p>
        </p:txBody>
      </p:sp>
      <p:sp>
        <p:nvSpPr>
          <p:cNvPr id="5" name="Text Placeholder 4"/>
          <p:cNvSpPr>
            <a:spLocks noGrp="1"/>
          </p:cNvSpPr>
          <p:nvPr>
            <p:ph type="body" sz="quarter" idx="11" hasCustomPrompt="1"/>
          </p:nvPr>
        </p:nvSpPr>
        <p:spPr>
          <a:xfrm>
            <a:off x="5286457" y="3219450"/>
            <a:ext cx="3607831" cy="646113"/>
          </a:xfrm>
        </p:spPr>
        <p:txBody>
          <a:bodyPr/>
          <a:lstStyle>
            <a:lvl1pPr>
              <a:lnSpc>
                <a:spcPct val="100000"/>
              </a:lnSpc>
              <a:defRPr/>
            </a:lvl1pPr>
          </a:lstStyle>
          <a:p>
            <a:pPr lvl="0"/>
            <a:r>
              <a:rPr lang="en-US" dirty="0"/>
              <a:t>Click to add sub heading</a:t>
            </a:r>
          </a:p>
        </p:txBody>
      </p:sp>
      <p:pic>
        <p:nvPicPr>
          <p:cNvPr id="10" name="Picture 9"/>
          <p:cNvPicPr>
            <a:picLocks noChangeAspect="1"/>
          </p:cNvPicPr>
          <p:nvPr userDrawn="1"/>
        </p:nvPicPr>
        <p:blipFill>
          <a:blip r:embed="rId2"/>
          <a:stretch>
            <a:fillRect/>
          </a:stretch>
        </p:blipFill>
        <p:spPr>
          <a:xfrm>
            <a:off x="6223000" y="-2381"/>
            <a:ext cx="2921000" cy="670748"/>
          </a:xfrm>
          <a:prstGeom prst="rect">
            <a:avLst/>
          </a:prstGeom>
        </p:spPr>
      </p:pic>
    </p:spTree>
    <p:extLst>
      <p:ext uri="{BB962C8B-B14F-4D97-AF65-F5344CB8AC3E}">
        <p14:creationId xmlns:p14="http://schemas.microsoft.com/office/powerpoint/2010/main" val="8524400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 text only">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5799" y="889907"/>
            <a:ext cx="3886200" cy="3742815"/>
          </a:xfrm>
        </p:spPr>
        <p:txBody>
          <a:bodyPr>
            <a:normAutofit/>
          </a:bodyPr>
          <a:lstStyle>
            <a:lvl1pPr>
              <a:lnSpc>
                <a:spcPct val="100000"/>
              </a:lnSpc>
              <a:defRPr sz="1200"/>
            </a:lvl1pPr>
            <a:lvl2pPr>
              <a:lnSpc>
                <a:spcPct val="100000"/>
              </a:lnSpc>
              <a:defRPr sz="1200"/>
            </a:lvl2pPr>
            <a:lvl3pPr>
              <a:lnSpc>
                <a:spcPct val="100000"/>
              </a:lnSpc>
              <a:defRPr sz="1200"/>
            </a:lvl3p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919960" y="889907"/>
            <a:ext cx="3886200" cy="3742815"/>
          </a:xfrm>
        </p:spPr>
        <p:txBody>
          <a:bodyPr>
            <a:normAutofit/>
          </a:bodyPr>
          <a:lstStyle>
            <a:lvl1pPr>
              <a:lnSpc>
                <a:spcPct val="100000"/>
              </a:lnSpc>
              <a:defRPr sz="1200"/>
            </a:lvl1pPr>
            <a:lvl2pPr>
              <a:lnSpc>
                <a:spcPct val="100000"/>
              </a:lnSpc>
              <a:defRPr sz="1200"/>
            </a:lvl2pPr>
            <a:lvl3pPr>
              <a:lnSpc>
                <a:spcPct val="100000"/>
              </a:lnSpc>
              <a:defRPr sz="1200"/>
            </a:lvl3pPr>
          </a:lstStyle>
          <a:p>
            <a:pPr lvl="0"/>
            <a:r>
              <a:rPr lang="en-US"/>
              <a:t>Edit Master text styles</a:t>
            </a:r>
          </a:p>
          <a:p>
            <a:pPr lvl="1"/>
            <a:r>
              <a:rPr lang="en-US"/>
              <a:t>Second level</a:t>
            </a:r>
          </a:p>
          <a:p>
            <a:pPr lvl="2"/>
            <a:r>
              <a:rPr lang="en-US"/>
              <a:t>Third level</a:t>
            </a:r>
          </a:p>
        </p:txBody>
      </p:sp>
      <p:pic>
        <p:nvPicPr>
          <p:cNvPr id="10" name="Picture 13" descr="ECU_AUS_logo_C"/>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2499" y="-2381"/>
            <a:ext cx="911501" cy="672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Rectangle 11"/>
          <p:cNvSpPr>
            <a:spLocks noChangeArrowheads="1"/>
          </p:cNvSpPr>
          <p:nvPr userDrawn="1"/>
        </p:nvSpPr>
        <p:spPr bwMode="auto">
          <a:xfrm>
            <a:off x="-1" y="0"/>
            <a:ext cx="8232499" cy="669946"/>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350"/>
          </a:p>
        </p:txBody>
      </p:sp>
      <p:sp>
        <p:nvSpPr>
          <p:cNvPr id="13" name="Title 1"/>
          <p:cNvSpPr>
            <a:spLocks noGrp="1"/>
          </p:cNvSpPr>
          <p:nvPr>
            <p:ph type="title" hasCustomPrompt="1"/>
          </p:nvPr>
        </p:nvSpPr>
        <p:spPr>
          <a:xfrm>
            <a:off x="345799" y="-2381"/>
            <a:ext cx="7886700" cy="672327"/>
          </a:xfrm>
        </p:spPr>
        <p:txBody>
          <a:bodyPr>
            <a:normAutofit/>
          </a:bodyPr>
          <a:lstStyle>
            <a:lvl1pPr>
              <a:defRPr sz="1800" baseline="0">
                <a:solidFill>
                  <a:srgbClr val="000000"/>
                </a:solidFill>
              </a:defRPr>
            </a:lvl1pPr>
          </a:lstStyle>
          <a:p>
            <a:r>
              <a:rPr lang="en-US" dirty="0"/>
              <a:t>2 column text only slide. Click to add title. </a:t>
            </a:r>
          </a:p>
        </p:txBody>
      </p:sp>
      <p:sp>
        <p:nvSpPr>
          <p:cNvPr id="16" name="Rectangle 15"/>
          <p:cNvSpPr/>
          <p:nvPr userDrawn="1"/>
        </p:nvSpPr>
        <p:spPr>
          <a:xfrm>
            <a:off x="0" y="5019773"/>
            <a:ext cx="6544138" cy="123727"/>
          </a:xfrm>
          <a:prstGeom prst="rect">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Rectangle 16"/>
          <p:cNvSpPr/>
          <p:nvPr userDrawn="1"/>
        </p:nvSpPr>
        <p:spPr>
          <a:xfrm>
            <a:off x="6544138" y="5019773"/>
            <a:ext cx="1688360" cy="1237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8232498" y="5019773"/>
            <a:ext cx="911502" cy="1237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14883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 text + image on right">
    <p:spTree>
      <p:nvGrpSpPr>
        <p:cNvPr id="1" name=""/>
        <p:cNvGrpSpPr/>
        <p:nvPr/>
      </p:nvGrpSpPr>
      <p:grpSpPr>
        <a:xfrm>
          <a:off x="0" y="0"/>
          <a:ext cx="0" cy="0"/>
          <a:chOff x="0" y="0"/>
          <a:chExt cx="0" cy="0"/>
        </a:xfrm>
      </p:grpSpPr>
      <p:sp>
        <p:nvSpPr>
          <p:cNvPr id="6" name="Content Placeholder 2"/>
          <p:cNvSpPr>
            <a:spLocks noGrp="1"/>
          </p:cNvSpPr>
          <p:nvPr>
            <p:ph sz="half" idx="1"/>
          </p:nvPr>
        </p:nvSpPr>
        <p:spPr>
          <a:xfrm>
            <a:off x="351302" y="889907"/>
            <a:ext cx="3886200" cy="3742815"/>
          </a:xfrm>
        </p:spPr>
        <p:txBody>
          <a:bodyPr>
            <a:normAutofit/>
          </a:bodyPr>
          <a:lstStyle>
            <a:lvl1pPr>
              <a:lnSpc>
                <a:spcPct val="100000"/>
              </a:lnSpc>
              <a:defRPr sz="1200"/>
            </a:lvl1pPr>
            <a:lvl2pPr>
              <a:lnSpc>
                <a:spcPct val="100000"/>
              </a:lnSpc>
              <a:defRPr sz="1200"/>
            </a:lvl2pPr>
            <a:lvl3pPr>
              <a:lnSpc>
                <a:spcPct val="100000"/>
              </a:lnSpc>
              <a:defRPr sz="1200"/>
            </a:lvl3pPr>
          </a:lstStyle>
          <a:p>
            <a:pPr lvl="0"/>
            <a:r>
              <a:rPr lang="en-US"/>
              <a:t>Edit Master text styles</a:t>
            </a:r>
          </a:p>
          <a:p>
            <a:pPr lvl="1"/>
            <a:r>
              <a:rPr lang="en-US"/>
              <a:t>Second level</a:t>
            </a:r>
          </a:p>
          <a:p>
            <a:pPr lvl="2"/>
            <a:r>
              <a:rPr lang="en-US"/>
              <a:t>Third level</a:t>
            </a:r>
          </a:p>
        </p:txBody>
      </p:sp>
      <p:pic>
        <p:nvPicPr>
          <p:cNvPr id="10" name="Picture 13" descr="ECU_AUS_logo_C"/>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2499" y="-2381"/>
            <a:ext cx="911501" cy="672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Rectangle 11"/>
          <p:cNvSpPr>
            <a:spLocks noChangeArrowheads="1"/>
          </p:cNvSpPr>
          <p:nvPr userDrawn="1"/>
        </p:nvSpPr>
        <p:spPr bwMode="auto">
          <a:xfrm>
            <a:off x="0" y="0"/>
            <a:ext cx="8232499" cy="669946"/>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350"/>
          </a:p>
        </p:txBody>
      </p:sp>
      <p:sp>
        <p:nvSpPr>
          <p:cNvPr id="13" name="Title 1"/>
          <p:cNvSpPr>
            <a:spLocks noGrp="1"/>
          </p:cNvSpPr>
          <p:nvPr>
            <p:ph type="title" hasCustomPrompt="1"/>
          </p:nvPr>
        </p:nvSpPr>
        <p:spPr>
          <a:xfrm>
            <a:off x="345799" y="-2381"/>
            <a:ext cx="7886700" cy="672327"/>
          </a:xfrm>
        </p:spPr>
        <p:txBody>
          <a:bodyPr>
            <a:normAutofit/>
          </a:bodyPr>
          <a:lstStyle>
            <a:lvl1pPr>
              <a:defRPr sz="1800" baseline="0">
                <a:solidFill>
                  <a:srgbClr val="000000"/>
                </a:solidFill>
              </a:defRPr>
            </a:lvl1pPr>
          </a:lstStyle>
          <a:p>
            <a:r>
              <a:rPr lang="en-US" dirty="0"/>
              <a:t>2 column: text with image on right. Click to add title.</a:t>
            </a:r>
          </a:p>
        </p:txBody>
      </p:sp>
      <p:sp>
        <p:nvSpPr>
          <p:cNvPr id="17" name="Picture Placeholder 16"/>
          <p:cNvSpPr>
            <a:spLocks noGrp="1" noChangeAspect="1"/>
          </p:cNvSpPr>
          <p:nvPr>
            <p:ph type="pic" sz="quarter" idx="12" hasCustomPrompt="1"/>
          </p:nvPr>
        </p:nvSpPr>
        <p:spPr>
          <a:xfrm>
            <a:off x="4852689" y="889398"/>
            <a:ext cx="3886200" cy="3743324"/>
          </a:xfrm>
          <a:solidFill>
            <a:schemeClr val="tx2">
              <a:lumMod val="20000"/>
              <a:lumOff val="80000"/>
            </a:schemeClr>
          </a:solidFill>
        </p:spPr>
        <p:txBody>
          <a:bodyPr anchor="ctr">
            <a:normAutofit/>
          </a:bodyPr>
          <a:lstStyle>
            <a:lvl1pPr algn="ctr">
              <a:defRPr sz="1200" b="0"/>
            </a:lvl1pPr>
          </a:lstStyle>
          <a:p>
            <a:r>
              <a:rPr lang="en-US" dirty="0"/>
              <a:t>Click this icon to insert image</a:t>
            </a:r>
          </a:p>
        </p:txBody>
      </p:sp>
      <p:sp>
        <p:nvSpPr>
          <p:cNvPr id="16" name="Rectangle 15"/>
          <p:cNvSpPr/>
          <p:nvPr userDrawn="1"/>
        </p:nvSpPr>
        <p:spPr>
          <a:xfrm>
            <a:off x="0" y="5019773"/>
            <a:ext cx="6544138" cy="123727"/>
          </a:xfrm>
          <a:prstGeom prst="rect">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8" name="Rectangle 17"/>
          <p:cNvSpPr/>
          <p:nvPr userDrawn="1"/>
        </p:nvSpPr>
        <p:spPr>
          <a:xfrm>
            <a:off x="6544138" y="5019773"/>
            <a:ext cx="1688360" cy="1237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8232498" y="5019773"/>
            <a:ext cx="911502" cy="1237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89284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 text + image on left">
    <p:spTree>
      <p:nvGrpSpPr>
        <p:cNvPr id="1" name=""/>
        <p:cNvGrpSpPr/>
        <p:nvPr/>
      </p:nvGrpSpPr>
      <p:grpSpPr>
        <a:xfrm>
          <a:off x="0" y="0"/>
          <a:ext cx="0" cy="0"/>
          <a:chOff x="0" y="0"/>
          <a:chExt cx="0" cy="0"/>
        </a:xfrm>
      </p:grpSpPr>
      <p:sp>
        <p:nvSpPr>
          <p:cNvPr id="11" name="Picture Placeholder 16"/>
          <p:cNvSpPr>
            <a:spLocks noGrp="1" noChangeAspect="1"/>
          </p:cNvSpPr>
          <p:nvPr>
            <p:ph type="pic" sz="quarter" idx="13" hasCustomPrompt="1"/>
          </p:nvPr>
        </p:nvSpPr>
        <p:spPr>
          <a:xfrm>
            <a:off x="351302" y="889398"/>
            <a:ext cx="3886200" cy="3743324"/>
          </a:xfrm>
          <a:solidFill>
            <a:schemeClr val="tx2">
              <a:lumMod val="20000"/>
              <a:lumOff val="80000"/>
            </a:schemeClr>
          </a:solidFill>
        </p:spPr>
        <p:txBody>
          <a:bodyPr anchor="ctr">
            <a:normAutofit/>
          </a:bodyPr>
          <a:lstStyle>
            <a:lvl1pPr algn="ctr">
              <a:defRPr sz="1200" b="0"/>
            </a:lvl1pPr>
          </a:lstStyle>
          <a:p>
            <a:r>
              <a:rPr lang="en-US" dirty="0"/>
              <a:t>Click this icon to insert image</a:t>
            </a:r>
          </a:p>
        </p:txBody>
      </p:sp>
      <p:sp>
        <p:nvSpPr>
          <p:cNvPr id="6" name="Content Placeholder 2"/>
          <p:cNvSpPr>
            <a:spLocks noGrp="1"/>
          </p:cNvSpPr>
          <p:nvPr>
            <p:ph sz="half" idx="1"/>
          </p:nvPr>
        </p:nvSpPr>
        <p:spPr>
          <a:xfrm>
            <a:off x="4852689" y="889907"/>
            <a:ext cx="3886200" cy="3742815"/>
          </a:xfrm>
        </p:spPr>
        <p:txBody>
          <a:bodyPr>
            <a:normAutofit/>
          </a:bodyPr>
          <a:lstStyle>
            <a:lvl1pPr>
              <a:lnSpc>
                <a:spcPct val="100000"/>
              </a:lnSpc>
              <a:defRPr sz="1200"/>
            </a:lvl1pPr>
            <a:lvl2pPr>
              <a:lnSpc>
                <a:spcPct val="100000"/>
              </a:lnSpc>
              <a:defRPr sz="1200"/>
            </a:lvl2pPr>
            <a:lvl3pPr>
              <a:lnSpc>
                <a:spcPct val="100000"/>
              </a:lnSpc>
              <a:defRPr sz="1200"/>
            </a:lvl3pPr>
          </a:lstStyle>
          <a:p>
            <a:pPr lvl="0"/>
            <a:r>
              <a:rPr lang="en-US"/>
              <a:t>Edit Master text styles</a:t>
            </a:r>
          </a:p>
          <a:p>
            <a:pPr lvl="1"/>
            <a:r>
              <a:rPr lang="en-US"/>
              <a:t>Second level</a:t>
            </a:r>
          </a:p>
          <a:p>
            <a:pPr lvl="2"/>
            <a:r>
              <a:rPr lang="en-US"/>
              <a:t>Third level</a:t>
            </a:r>
          </a:p>
        </p:txBody>
      </p:sp>
      <p:pic>
        <p:nvPicPr>
          <p:cNvPr id="10" name="Picture 13" descr="ECU_AUS_logo_C"/>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2499" y="-2381"/>
            <a:ext cx="911501" cy="6723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Rectangle 11"/>
          <p:cNvSpPr>
            <a:spLocks noChangeArrowheads="1"/>
          </p:cNvSpPr>
          <p:nvPr userDrawn="1"/>
        </p:nvSpPr>
        <p:spPr bwMode="auto">
          <a:xfrm>
            <a:off x="0" y="0"/>
            <a:ext cx="8232499" cy="669946"/>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350"/>
          </a:p>
        </p:txBody>
      </p:sp>
      <p:sp>
        <p:nvSpPr>
          <p:cNvPr id="13" name="Title 1"/>
          <p:cNvSpPr>
            <a:spLocks noGrp="1"/>
          </p:cNvSpPr>
          <p:nvPr>
            <p:ph type="title" hasCustomPrompt="1"/>
          </p:nvPr>
        </p:nvSpPr>
        <p:spPr>
          <a:xfrm>
            <a:off x="345799" y="-2381"/>
            <a:ext cx="7886700" cy="672327"/>
          </a:xfrm>
        </p:spPr>
        <p:txBody>
          <a:bodyPr>
            <a:normAutofit/>
          </a:bodyPr>
          <a:lstStyle>
            <a:lvl1pPr>
              <a:defRPr sz="1800" baseline="0">
                <a:solidFill>
                  <a:srgbClr val="000000"/>
                </a:solidFill>
              </a:defRPr>
            </a:lvl1pPr>
          </a:lstStyle>
          <a:p>
            <a:r>
              <a:rPr lang="en-US" dirty="0"/>
              <a:t>2 column: text with image on left. Click to add title.</a:t>
            </a:r>
          </a:p>
        </p:txBody>
      </p:sp>
      <p:sp>
        <p:nvSpPr>
          <p:cNvPr id="17" name="Rectangle 16"/>
          <p:cNvSpPr/>
          <p:nvPr userDrawn="1"/>
        </p:nvSpPr>
        <p:spPr>
          <a:xfrm>
            <a:off x="0" y="5019773"/>
            <a:ext cx="6544138" cy="123727"/>
          </a:xfrm>
          <a:prstGeom prst="rect">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8" name="Rectangle 17"/>
          <p:cNvSpPr/>
          <p:nvPr userDrawn="1"/>
        </p:nvSpPr>
        <p:spPr>
          <a:xfrm>
            <a:off x="6544138" y="5019773"/>
            <a:ext cx="1688360" cy="1237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8232498" y="5019773"/>
            <a:ext cx="911502" cy="1237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1C22FE-E1D0-2E52-BA5C-99F41B4DF31C}"/>
              </a:ext>
            </a:extLst>
          </p:cNvPr>
          <p:cNvSpPr/>
          <p:nvPr/>
        </p:nvSpPr>
        <p:spPr>
          <a:xfrm>
            <a:off x="0" y="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 name="Title Placeholder 1">
            <a:extLst>
              <a:ext uri="{FF2B5EF4-FFF2-40B4-BE49-F238E27FC236}">
                <a16:creationId xmlns:a16="http://schemas.microsoft.com/office/drawing/2014/main" id="{886FD40A-442E-C6F0-5B72-6A0895F51AF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AU" dirty="0"/>
          </a:p>
        </p:txBody>
      </p:sp>
      <p:sp>
        <p:nvSpPr>
          <p:cNvPr id="3" name="Text Placeholder 2">
            <a:extLst>
              <a:ext uri="{FF2B5EF4-FFF2-40B4-BE49-F238E27FC236}">
                <a16:creationId xmlns:a16="http://schemas.microsoft.com/office/drawing/2014/main" id="{19C429B4-EA40-8200-16A3-A3EC6A39E5C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Slide Number Placeholder 5">
            <a:extLst>
              <a:ext uri="{FF2B5EF4-FFF2-40B4-BE49-F238E27FC236}">
                <a16:creationId xmlns:a16="http://schemas.microsoft.com/office/drawing/2014/main" id="{FFF8D2C3-1BA0-FA9A-D3EB-6BC93D5BDFAE}"/>
              </a:ext>
            </a:extLst>
          </p:cNvPr>
          <p:cNvSpPr>
            <a:spLocks noGrp="1"/>
          </p:cNvSpPr>
          <p:nvPr>
            <p:ph type="sldNum" sz="quarter" idx="4"/>
          </p:nvPr>
        </p:nvSpPr>
        <p:spPr>
          <a:xfrm>
            <a:off x="588580" y="4767263"/>
            <a:ext cx="275264" cy="273844"/>
          </a:xfrm>
          <a:prstGeom prst="rect">
            <a:avLst/>
          </a:prstGeom>
        </p:spPr>
        <p:txBody>
          <a:bodyPr vert="horz" lIns="91440" tIns="45720" rIns="91440" bIns="45720" rtlCol="0" anchor="ctr"/>
          <a:lstStyle>
            <a:lvl1pPr algn="l">
              <a:defRPr sz="750" b="1" i="0">
                <a:solidFill>
                  <a:schemeClr val="tx1"/>
                </a:solidFill>
                <a:latin typeface="Aptos" panose="020B0004020202020204" pitchFamily="34" charset="0"/>
              </a:defRPr>
            </a:lvl1pPr>
          </a:lstStyle>
          <a:p>
            <a:fld id="{A4F64288-DB08-144D-ABF4-BD40C5961FED}" type="slidenum">
              <a:rPr lang="en-AU" smtClean="0"/>
              <a:pPr/>
              <a:t>‹#›</a:t>
            </a:fld>
            <a:endParaRPr lang="en-AU"/>
          </a:p>
        </p:txBody>
      </p:sp>
      <p:sp>
        <p:nvSpPr>
          <p:cNvPr id="16" name="Footer Placeholder 15">
            <a:extLst>
              <a:ext uri="{FF2B5EF4-FFF2-40B4-BE49-F238E27FC236}">
                <a16:creationId xmlns:a16="http://schemas.microsoft.com/office/drawing/2014/main" id="{B69C9A46-8F48-B4A8-8C27-D2501F88848D}"/>
              </a:ext>
            </a:extLst>
          </p:cNvPr>
          <p:cNvSpPr>
            <a:spLocks noGrp="1"/>
          </p:cNvSpPr>
          <p:nvPr>
            <p:ph type="ftr" sz="quarter" idx="3"/>
          </p:nvPr>
        </p:nvSpPr>
        <p:spPr>
          <a:xfrm>
            <a:off x="863844" y="4767263"/>
            <a:ext cx="3086100" cy="273844"/>
          </a:xfrm>
          <a:prstGeom prst="rect">
            <a:avLst/>
          </a:prstGeom>
        </p:spPr>
        <p:txBody>
          <a:bodyPr vert="horz" lIns="91440" tIns="45720" rIns="91440" bIns="45720" rtlCol="0" anchor="ctr"/>
          <a:lstStyle>
            <a:lvl1pPr algn="l">
              <a:defRPr sz="750">
                <a:solidFill>
                  <a:schemeClr val="tx1"/>
                </a:solidFill>
              </a:defRPr>
            </a:lvl1pPr>
          </a:lstStyle>
          <a:p>
            <a:r>
              <a:rPr lang="en-US" dirty="0"/>
              <a:t>Presentation Title</a:t>
            </a:r>
          </a:p>
        </p:txBody>
      </p:sp>
      <p:pic>
        <p:nvPicPr>
          <p:cNvPr id="4" name="Picture 3">
            <a:extLst>
              <a:ext uri="{FF2B5EF4-FFF2-40B4-BE49-F238E27FC236}">
                <a16:creationId xmlns:a16="http://schemas.microsoft.com/office/drawing/2014/main" id="{0AEEDD76-03F7-8F48-E02A-B3C991C01728}"/>
              </a:ext>
            </a:extLst>
          </p:cNvPr>
          <p:cNvPicPr>
            <a:picLocks noChangeAspect="1"/>
          </p:cNvPicPr>
          <p:nvPr/>
        </p:nvPicPr>
        <p:blipFill>
          <a:blip r:embed="rId32"/>
          <a:srcRect/>
          <a:stretch/>
        </p:blipFill>
        <p:spPr>
          <a:xfrm>
            <a:off x="7693819" y="322065"/>
            <a:ext cx="774917" cy="613878"/>
          </a:xfrm>
          <a:prstGeom prst="rect">
            <a:avLst/>
          </a:prstGeom>
        </p:spPr>
      </p:pic>
      <p:sp>
        <p:nvSpPr>
          <p:cNvPr id="6" name="TextBox 5">
            <a:extLst>
              <a:ext uri="{FF2B5EF4-FFF2-40B4-BE49-F238E27FC236}">
                <a16:creationId xmlns:a16="http://schemas.microsoft.com/office/drawing/2014/main" id="{5A39E4AF-852B-70FF-9001-A816A944ABEC}"/>
              </a:ext>
            </a:extLst>
          </p:cNvPr>
          <p:cNvSpPr txBox="1"/>
          <p:nvPr>
            <p:extLst>
              <p:ext uri="{1162E1C5-73C7-4A58-AE30-91384D911F3F}">
                <p184:classification xmlns:p184="http://schemas.microsoft.com/office/powerpoint/2018/4/main" val="ftr"/>
              </p:ext>
            </p:extLst>
          </p:nvPr>
        </p:nvSpPr>
        <p:spPr>
          <a:xfrm>
            <a:off x="3992166" y="4958716"/>
            <a:ext cx="1185863" cy="138499"/>
          </a:xfrm>
          <a:prstGeom prst="rect">
            <a:avLst/>
          </a:prstGeom>
        </p:spPr>
        <p:txBody>
          <a:bodyPr horzOverflow="overflow" lIns="0" tIns="0" rIns="0" bIns="0">
            <a:spAutoFit/>
          </a:bodyPr>
          <a:lstStyle/>
          <a:p>
            <a:pPr algn="l"/>
            <a:r>
              <a:rPr lang="en-AU" sz="9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ECU Internal Information</a:t>
            </a:r>
          </a:p>
        </p:txBody>
      </p:sp>
      <p:sp>
        <p:nvSpPr>
          <p:cNvPr id="5" name="TextBox 4">
            <a:extLst>
              <a:ext uri="{FF2B5EF4-FFF2-40B4-BE49-F238E27FC236}">
                <a16:creationId xmlns:a16="http://schemas.microsoft.com/office/drawing/2014/main" id="{CAE12FB3-7E09-655B-10A7-D65079C6EEC2}"/>
              </a:ext>
            </a:extLst>
          </p:cNvPr>
          <p:cNvSpPr txBox="1"/>
          <p:nvPr userDrawn="1">
            <p:extLst>
              <p:ext uri="{1162E1C5-73C7-4A58-AE30-91384D911F3F}">
                <p184:classification xmlns:p184="http://schemas.microsoft.com/office/powerpoint/2018/4/main" val="ftr"/>
              </p:ext>
            </p:extLst>
          </p:nvPr>
        </p:nvSpPr>
        <p:spPr>
          <a:xfrm>
            <a:off x="3798888" y="4897120"/>
            <a:ext cx="1581150" cy="182880"/>
          </a:xfrm>
          <a:prstGeom prst="rect">
            <a:avLst/>
          </a:prstGeom>
        </p:spPr>
        <p:txBody>
          <a:bodyPr horzOverflow="overflow" lIns="0" tIns="0" rIns="0" bIns="0">
            <a:spAutoFit/>
          </a:bodyPr>
          <a:lstStyle/>
          <a:p>
            <a:pPr algn="l"/>
            <a:r>
              <a:rPr lang="en-AU" sz="12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ECU Internal Information</a:t>
            </a:r>
          </a:p>
        </p:txBody>
      </p:sp>
    </p:spTree>
    <p:extLst>
      <p:ext uri="{BB962C8B-B14F-4D97-AF65-F5344CB8AC3E}">
        <p14:creationId xmlns:p14="http://schemas.microsoft.com/office/powerpoint/2010/main" val="413523343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673" r:id="rId25"/>
    <p:sldLayoutId id="2147483675" r:id="rId26"/>
    <p:sldLayoutId id="2147483655" r:id="rId27"/>
    <p:sldLayoutId id="2147483652" r:id="rId28"/>
    <p:sldLayoutId id="2147483654" r:id="rId29"/>
    <p:sldLayoutId id="2147483674" r:id="rId30"/>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www.austlii.edu.au/cgi-bin/viewdoc/au/legis/cth/consol_act/adra1977396/s9.html#review"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www.austlii.edu.au/cgi-bin/viewdoc/au/legis/cth/consol_act/adra1977396/s13a.html#paragraph"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www.austlii.edu.au/cgi-bin/viewdoc/au/legis/cth/consol_act/adra1977396/s9.html#review"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ustlii.edu.au/cgi-bin/viewdoc/au/legis/cth/consol_act/adra1977396/s9.html#review"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96831-95A1-39CD-BD69-83044FD5EA79}"/>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701E034-C59F-5B08-BECF-5625838638F2}"/>
              </a:ext>
            </a:extLst>
          </p:cNvPr>
          <p:cNvSpPr>
            <a:spLocks noGrp="1"/>
          </p:cNvSpPr>
          <p:nvPr>
            <p:ph sz="quarter" idx="11"/>
          </p:nvPr>
        </p:nvSpPr>
        <p:spPr>
          <a:xfrm>
            <a:off x="588169" y="1048625"/>
            <a:ext cx="5011519" cy="3768048"/>
          </a:xfrm>
        </p:spPr>
        <p:txBody>
          <a:bodyPr>
            <a:normAutofit fontScale="85000" lnSpcReduction="20000"/>
          </a:bodyPr>
          <a:lstStyle/>
          <a:p>
            <a:endParaRPr lang="en-US" sz="1000" dirty="0"/>
          </a:p>
          <a:p>
            <a:pPr algn="ctr"/>
            <a:r>
              <a:rPr lang="en-US" sz="3000" b="1" dirty="0"/>
              <a:t>LAW2350: </a:t>
            </a:r>
          </a:p>
          <a:p>
            <a:pPr algn="ctr"/>
            <a:r>
              <a:rPr lang="en-US" sz="3000" b="1" dirty="0"/>
              <a:t>Administrative Law</a:t>
            </a:r>
            <a:br>
              <a:rPr lang="en-US" sz="3000" b="1" dirty="0"/>
            </a:br>
            <a:r>
              <a:rPr lang="en-US" sz="3000" b="1"/>
              <a:t>Lecture 7: </a:t>
            </a:r>
            <a:endParaRPr lang="en-US" sz="3000" b="1" dirty="0"/>
          </a:p>
          <a:p>
            <a:pPr algn="ctr"/>
            <a:r>
              <a:rPr lang="en-US" sz="3000" b="1" dirty="0"/>
              <a:t>Grounds of Review-</a:t>
            </a:r>
            <a:br>
              <a:rPr lang="en-US" sz="3000" b="1" dirty="0"/>
            </a:br>
            <a:r>
              <a:rPr lang="en-US" sz="3000" b="1" dirty="0"/>
              <a:t>Simple/Narrow Ultra Vires </a:t>
            </a:r>
            <a:br>
              <a:rPr lang="en-US" sz="3000" b="1" dirty="0"/>
            </a:br>
            <a:r>
              <a:rPr lang="en-US" sz="3000" b="1" dirty="0"/>
              <a:t>(Substantive and Procedural)</a:t>
            </a:r>
            <a:br>
              <a:rPr lang="en-US" sz="3000" b="1" dirty="0"/>
            </a:br>
            <a:br>
              <a:rPr lang="en-US" sz="3000" b="1" dirty="0"/>
            </a:br>
            <a:r>
              <a:rPr lang="en-US" sz="3000" b="1" dirty="0"/>
              <a:t>Semester 1, 2026</a:t>
            </a:r>
            <a:br>
              <a:rPr lang="en-US" sz="3000" b="1" dirty="0"/>
            </a:br>
            <a:br>
              <a:rPr lang="en-US" sz="3000" b="1" dirty="0"/>
            </a:br>
            <a:br>
              <a:rPr lang="en-US" sz="2400" b="1" dirty="0"/>
            </a:br>
            <a:r>
              <a:rPr lang="en-US" sz="1200" b="1" dirty="0"/>
              <a:t>Presented by Dr Haydn Rigby </a:t>
            </a:r>
            <a:br>
              <a:rPr lang="en-US" sz="1200" b="1" dirty="0"/>
            </a:br>
            <a:endParaRPr lang="en-US" sz="2400" b="1" dirty="0"/>
          </a:p>
        </p:txBody>
      </p:sp>
      <p:pic>
        <p:nvPicPr>
          <p:cNvPr id="2" name="Picture 2" descr="Image result for ultra vires memes">
            <a:extLst>
              <a:ext uri="{FF2B5EF4-FFF2-40B4-BE49-F238E27FC236}">
                <a16:creationId xmlns:a16="http://schemas.microsoft.com/office/drawing/2014/main" id="{6BC47DD1-940F-7AEC-FD2D-9C476DF35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9688" y="1048625"/>
            <a:ext cx="3544312" cy="4094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184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5111585" cy="616148"/>
          </a:xfrm>
        </p:spPr>
        <p:txBody>
          <a:bodyPr anchor="ctr">
            <a:normAutofit/>
          </a:bodyPr>
          <a:lstStyle/>
          <a:p>
            <a:r>
              <a:rPr lang="en-US"/>
              <a:t>Learning Goals</a:t>
            </a:r>
          </a:p>
        </p:txBody>
      </p:sp>
      <p:graphicFrame>
        <p:nvGraphicFramePr>
          <p:cNvPr id="9" name="Content Placeholder 6">
            <a:extLst>
              <a:ext uri="{FF2B5EF4-FFF2-40B4-BE49-F238E27FC236}">
                <a16:creationId xmlns:a16="http://schemas.microsoft.com/office/drawing/2014/main" id="{E7E5DDEC-ED19-92AB-8EEC-F59656B5463C}"/>
              </a:ext>
            </a:extLst>
          </p:cNvPr>
          <p:cNvGraphicFramePr>
            <a:graphicFrameLocks noGrp="1"/>
          </p:cNvGraphicFramePr>
          <p:nvPr>
            <p:ph sz="quarter" idx="11"/>
            <p:extLst>
              <p:ext uri="{D42A27DB-BD31-4B8C-83A1-F6EECF244321}">
                <p14:modId xmlns:p14="http://schemas.microsoft.com/office/powerpoint/2010/main" val="2102883820"/>
              </p:ext>
            </p:extLst>
          </p:nvPr>
        </p:nvGraphicFramePr>
        <p:xfrm>
          <a:off x="588169" y="1200150"/>
          <a:ext cx="5423017" cy="32646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2" descr="Q3liZXJzZWMgbXkgd2F 5IC0gUGFydCAxCg== :: Ceso Adventures">
            <a:extLst>
              <a:ext uri="{FF2B5EF4-FFF2-40B4-BE49-F238E27FC236}">
                <a16:creationId xmlns:a16="http://schemas.microsoft.com/office/drawing/2014/main" id="{13AE393A-5157-AED7-3258-4CC9E97ADB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5111" y="1033349"/>
            <a:ext cx="2568889" cy="4110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291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5111585" cy="616148"/>
          </a:xfrm>
        </p:spPr>
        <p:txBody>
          <a:bodyPr anchor="ctr">
            <a:normAutofit/>
          </a:bodyPr>
          <a:lstStyle/>
          <a:p>
            <a:r>
              <a:rPr lang="en-US"/>
              <a:t>Ultra vires: Meaning</a:t>
            </a:r>
          </a:p>
        </p:txBody>
      </p:sp>
      <p:sp>
        <p:nvSpPr>
          <p:cNvPr id="7" name="Content Placeholder 6"/>
          <p:cNvSpPr>
            <a:spLocks noGrp="1"/>
          </p:cNvSpPr>
          <p:nvPr>
            <p:ph sz="quarter" idx="11"/>
          </p:nvPr>
        </p:nvSpPr>
        <p:spPr>
          <a:xfrm>
            <a:off x="588169" y="1048625"/>
            <a:ext cx="5636462" cy="3768048"/>
          </a:xfrm>
        </p:spPr>
        <p:txBody>
          <a:bodyPr>
            <a:normAutofit fontScale="92500" lnSpcReduction="10000"/>
          </a:bodyPr>
          <a:lstStyle/>
          <a:p>
            <a:endParaRPr lang="en-US" sz="1000" dirty="0"/>
          </a:p>
          <a:p>
            <a:r>
              <a:rPr lang="en-US" sz="1600" b="1" dirty="0"/>
              <a:t>Ultra Vires (UV) </a:t>
            </a:r>
            <a:r>
              <a:rPr lang="en-US" sz="1600" dirty="0"/>
              <a:t>= </a:t>
            </a:r>
            <a:r>
              <a:rPr lang="en-US" sz="1600" b="1" dirty="0"/>
              <a:t>beyond the scope of authority of the decision maker  (not within power)</a:t>
            </a:r>
          </a:p>
          <a:p>
            <a:endParaRPr lang="en-US" sz="1600" i="1" dirty="0"/>
          </a:p>
          <a:p>
            <a:r>
              <a:rPr lang="en-US" sz="1600" i="1" dirty="0"/>
              <a:t>Administrative</a:t>
            </a:r>
            <a:r>
              <a:rPr lang="en-US" sz="1600" dirty="0"/>
              <a:t> </a:t>
            </a:r>
            <a:r>
              <a:rPr lang="en-US" sz="1600" i="1" dirty="0"/>
              <a:t>conduct/decision</a:t>
            </a:r>
            <a:r>
              <a:rPr lang="en-US" sz="1600" dirty="0"/>
              <a:t> or </a:t>
            </a:r>
            <a:r>
              <a:rPr lang="en-US" sz="1600" i="1" dirty="0"/>
              <a:t>delegated legislation </a:t>
            </a:r>
            <a:r>
              <a:rPr lang="en-US" sz="1600" b="1" dirty="0"/>
              <a:t>must be </a:t>
            </a:r>
            <a:r>
              <a:rPr lang="en-US" sz="1600" b="1" dirty="0" err="1"/>
              <a:t>authorised</a:t>
            </a:r>
            <a:r>
              <a:rPr lang="en-US" sz="1600" b="1" dirty="0"/>
              <a:t> </a:t>
            </a:r>
            <a:r>
              <a:rPr lang="en-US" sz="1600" dirty="0"/>
              <a:t>by statute – it’s all about the statute!</a:t>
            </a:r>
          </a:p>
          <a:p>
            <a:endParaRPr lang="en-US" sz="1600" dirty="0"/>
          </a:p>
          <a:p>
            <a:r>
              <a:rPr lang="en-US" sz="1600" dirty="0"/>
              <a:t>If it is not so </a:t>
            </a:r>
            <a:r>
              <a:rPr lang="en-US" sz="1600" dirty="0" err="1"/>
              <a:t>authorised</a:t>
            </a:r>
            <a:r>
              <a:rPr lang="en-US" sz="1600" dirty="0"/>
              <a:t>, it may be considered </a:t>
            </a:r>
            <a:r>
              <a:rPr lang="en-US" sz="1600" b="1" dirty="0"/>
              <a:t>ultra vires </a:t>
            </a:r>
            <a:r>
              <a:rPr lang="en-US" sz="1600" dirty="0"/>
              <a:t>and will be </a:t>
            </a:r>
            <a:r>
              <a:rPr lang="en-US" sz="1600" b="1" dirty="0"/>
              <a:t>invalid </a:t>
            </a:r>
            <a:r>
              <a:rPr lang="en-US" sz="1600" dirty="0"/>
              <a:t>(void, as if the decision had never been made)</a:t>
            </a:r>
            <a:endParaRPr lang="en-US" sz="1600" b="1" dirty="0"/>
          </a:p>
          <a:p>
            <a:endParaRPr lang="en-US" sz="1600" b="1" dirty="0"/>
          </a:p>
          <a:p>
            <a:r>
              <a:rPr lang="en-US" sz="1600" dirty="0"/>
              <a:t>There are two types of UV:</a:t>
            </a:r>
            <a:br>
              <a:rPr lang="en-US" sz="1600" dirty="0"/>
            </a:br>
            <a:endParaRPr lang="en-US" sz="1600" dirty="0"/>
          </a:p>
          <a:p>
            <a:pPr marL="285750" indent="-285750">
              <a:buFont typeface="Arial" panose="020B0604020202020204" pitchFamily="34" charset="0"/>
              <a:buChar char="•"/>
            </a:pPr>
            <a:r>
              <a:rPr lang="en-US" sz="1600" dirty="0"/>
              <a:t>S</a:t>
            </a:r>
            <a:r>
              <a:rPr lang="en-US" sz="1600" b="1" dirty="0"/>
              <a:t>imple/narrow UV </a:t>
            </a:r>
            <a:r>
              <a:rPr lang="en-US" sz="1600" dirty="0"/>
              <a:t>(this week’s lecture) </a:t>
            </a:r>
          </a:p>
          <a:p>
            <a:pPr marL="285750" indent="-285750">
              <a:buFont typeface="Arial" panose="020B0604020202020204" pitchFamily="34" charset="0"/>
              <a:buChar char="•"/>
            </a:pPr>
            <a:r>
              <a:rPr lang="en-US" sz="1600" b="1" dirty="0"/>
              <a:t>Broad UV </a:t>
            </a:r>
            <a:r>
              <a:rPr lang="en-US" sz="1600" dirty="0"/>
              <a:t>(following week’s lecture) </a:t>
            </a:r>
          </a:p>
          <a:p>
            <a:endParaRPr lang="en-US" sz="1600" dirty="0"/>
          </a:p>
          <a:p>
            <a:endParaRPr lang="en-US" sz="1000" dirty="0"/>
          </a:p>
        </p:txBody>
      </p:sp>
    </p:spTree>
    <p:extLst>
      <p:ext uri="{BB962C8B-B14F-4D97-AF65-F5344CB8AC3E}">
        <p14:creationId xmlns:p14="http://schemas.microsoft.com/office/powerpoint/2010/main" val="250073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5111585" cy="616148"/>
          </a:xfrm>
        </p:spPr>
        <p:txBody>
          <a:bodyPr anchor="ctr">
            <a:normAutofit/>
          </a:bodyPr>
          <a:lstStyle/>
          <a:p>
            <a:r>
              <a:rPr lang="en-US" sz="2600"/>
              <a:t>RECAP: Judicial Review-Components</a:t>
            </a:r>
          </a:p>
        </p:txBody>
      </p:sp>
      <p:graphicFrame>
        <p:nvGraphicFramePr>
          <p:cNvPr id="9" name="Content Placeholder 6">
            <a:extLst>
              <a:ext uri="{FF2B5EF4-FFF2-40B4-BE49-F238E27FC236}">
                <a16:creationId xmlns:a16="http://schemas.microsoft.com/office/drawing/2014/main" id="{5263BA64-E2B1-FE0A-B4FF-25B2A2810ECC}"/>
              </a:ext>
            </a:extLst>
          </p:cNvPr>
          <p:cNvGraphicFramePr>
            <a:graphicFrameLocks noGrp="1"/>
          </p:cNvGraphicFramePr>
          <p:nvPr>
            <p:ph sz="quarter" idx="11"/>
            <p:extLst>
              <p:ext uri="{D42A27DB-BD31-4B8C-83A1-F6EECF244321}">
                <p14:modId xmlns:p14="http://schemas.microsoft.com/office/powerpoint/2010/main" val="3537712127"/>
              </p:ext>
            </p:extLst>
          </p:nvPr>
        </p:nvGraphicFramePr>
        <p:xfrm>
          <a:off x="588169" y="1200150"/>
          <a:ext cx="7878366" cy="32646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4717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6"/>
            <a:ext cx="6617562" cy="939911"/>
          </a:xfrm>
        </p:spPr>
        <p:txBody>
          <a:bodyPr anchor="ctr">
            <a:noAutofit/>
          </a:bodyPr>
          <a:lstStyle/>
          <a:p>
            <a:r>
              <a:rPr lang="en-US" sz="2400" dirty="0"/>
              <a:t>Judicial Review- Steps in the process</a:t>
            </a:r>
            <a:br>
              <a:rPr lang="en-US" sz="2400" dirty="0"/>
            </a:br>
            <a:r>
              <a:rPr lang="en-US" sz="2400" dirty="0"/>
              <a:t>Where are we now?</a:t>
            </a:r>
            <a:br>
              <a:rPr lang="en-US" sz="2400" dirty="0"/>
            </a:br>
            <a:endParaRPr lang="en-US" sz="2400" dirty="0"/>
          </a:p>
        </p:txBody>
      </p:sp>
      <p:graphicFrame>
        <p:nvGraphicFramePr>
          <p:cNvPr id="12" name="Content Placeholder 6">
            <a:extLst>
              <a:ext uri="{FF2B5EF4-FFF2-40B4-BE49-F238E27FC236}">
                <a16:creationId xmlns:a16="http://schemas.microsoft.com/office/drawing/2014/main" id="{7004DA3A-1B89-B824-BD3D-1104D1D30916}"/>
              </a:ext>
            </a:extLst>
          </p:cNvPr>
          <p:cNvGraphicFramePr>
            <a:graphicFrameLocks noGrp="1"/>
          </p:cNvGraphicFramePr>
          <p:nvPr>
            <p:ph sz="quarter" idx="11"/>
            <p:extLst>
              <p:ext uri="{D42A27DB-BD31-4B8C-83A1-F6EECF244321}">
                <p14:modId xmlns:p14="http://schemas.microsoft.com/office/powerpoint/2010/main" val="2506446766"/>
              </p:ext>
            </p:extLst>
          </p:nvPr>
        </p:nvGraphicFramePr>
        <p:xfrm>
          <a:off x="588169" y="1200150"/>
          <a:ext cx="7878366" cy="32646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51664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5111585" cy="616148"/>
          </a:xfrm>
        </p:spPr>
        <p:txBody>
          <a:bodyPr anchor="ctr">
            <a:normAutofit/>
          </a:bodyPr>
          <a:lstStyle/>
          <a:p>
            <a:r>
              <a:rPr lang="en-US" sz="1900"/>
              <a:t>Judicial Review- Steps in the process</a:t>
            </a:r>
            <a:br>
              <a:rPr lang="en-US" sz="1900"/>
            </a:br>
            <a:r>
              <a:rPr lang="en-US" sz="1900"/>
              <a:t>Where are we now?</a:t>
            </a:r>
          </a:p>
        </p:txBody>
      </p:sp>
      <p:graphicFrame>
        <p:nvGraphicFramePr>
          <p:cNvPr id="9" name="Content Placeholder 6">
            <a:extLst>
              <a:ext uri="{FF2B5EF4-FFF2-40B4-BE49-F238E27FC236}">
                <a16:creationId xmlns:a16="http://schemas.microsoft.com/office/drawing/2014/main" id="{74C0E0FA-4709-AF61-97C1-44A957FA839E}"/>
              </a:ext>
            </a:extLst>
          </p:cNvPr>
          <p:cNvGraphicFramePr>
            <a:graphicFrameLocks noGrp="1"/>
          </p:cNvGraphicFramePr>
          <p:nvPr>
            <p:ph sz="quarter" idx="11"/>
            <p:extLst>
              <p:ext uri="{D42A27DB-BD31-4B8C-83A1-F6EECF244321}">
                <p14:modId xmlns:p14="http://schemas.microsoft.com/office/powerpoint/2010/main" val="3439636826"/>
              </p:ext>
            </p:extLst>
          </p:nvPr>
        </p:nvGraphicFramePr>
        <p:xfrm>
          <a:off x="588169" y="1200150"/>
          <a:ext cx="7878366" cy="32646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1691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6986678" cy="616148"/>
          </a:xfrm>
        </p:spPr>
        <p:txBody>
          <a:bodyPr anchor="ctr">
            <a:normAutofit/>
          </a:bodyPr>
          <a:lstStyle/>
          <a:p>
            <a:r>
              <a:rPr lang="en-US" sz="2800" dirty="0"/>
              <a:t>Grounds of Review: Breach of Duty or Discretion</a:t>
            </a:r>
          </a:p>
        </p:txBody>
      </p:sp>
      <p:sp>
        <p:nvSpPr>
          <p:cNvPr id="7" name="Content Placeholder 6"/>
          <p:cNvSpPr>
            <a:spLocks noGrp="1"/>
          </p:cNvSpPr>
          <p:nvPr>
            <p:ph sz="quarter" idx="11"/>
          </p:nvPr>
        </p:nvSpPr>
        <p:spPr>
          <a:xfrm>
            <a:off x="588169" y="1065402"/>
            <a:ext cx="6986678" cy="3926048"/>
          </a:xfrm>
        </p:spPr>
        <p:txBody>
          <a:bodyPr>
            <a:normAutofit/>
          </a:bodyPr>
          <a:lstStyle/>
          <a:p>
            <a:r>
              <a:rPr lang="en-US" sz="1800" dirty="0"/>
              <a:t>In general, </a:t>
            </a:r>
            <a:r>
              <a:rPr lang="en-US" sz="1800" b="1" dirty="0"/>
              <a:t>GROUNDS OF REVIEW </a:t>
            </a:r>
            <a:r>
              <a:rPr lang="en-AU" sz="1800" dirty="0"/>
              <a:t>deal with whether a decision maker granted a power has exceeded the limits placed upon that grant of power (</a:t>
            </a:r>
            <a:r>
              <a:rPr lang="en-AU" sz="1800" dirty="0" err="1"/>
              <a:t>ie</a:t>
            </a:r>
            <a:r>
              <a:rPr lang="en-AU" sz="1800" dirty="0"/>
              <a:t> breached their duty) or has exercised that power within limits but incorrectly (</a:t>
            </a:r>
            <a:r>
              <a:rPr lang="en-AU" sz="1800" dirty="0" err="1"/>
              <a:t>ie</a:t>
            </a:r>
            <a:r>
              <a:rPr lang="en-AU" sz="1800" dirty="0"/>
              <a:t> breached their discretion).</a:t>
            </a:r>
          </a:p>
          <a:p>
            <a:endParaRPr lang="en-AU" sz="1800" dirty="0"/>
          </a:p>
          <a:p>
            <a:r>
              <a:rPr lang="en-AU" sz="1800" dirty="0"/>
              <a:t>Breach can consist of:</a:t>
            </a:r>
          </a:p>
          <a:p>
            <a:pPr marL="285750" indent="-285750">
              <a:buFont typeface="Wingdings" panose="05000000000000000000" pitchFamily="2" charset="2"/>
              <a:buChar char="Ø"/>
            </a:pPr>
            <a:r>
              <a:rPr lang="en-AU" sz="1800" b="1" dirty="0"/>
              <a:t>doing something outside the scope of authority </a:t>
            </a:r>
            <a:r>
              <a:rPr lang="en-AU" sz="1800" dirty="0"/>
              <a:t>(simple/narrow ultra vires – excess of power) – a breach of duty; or</a:t>
            </a:r>
          </a:p>
          <a:p>
            <a:pPr marL="285750" lvl="0" indent="-285750">
              <a:buFont typeface="Wingdings" panose="05000000000000000000" pitchFamily="2" charset="2"/>
              <a:buChar char="Ø"/>
            </a:pPr>
            <a:r>
              <a:rPr lang="en-AU" sz="1800" b="1" dirty="0"/>
              <a:t>doing something within the scope of authority but in an unauthorised </a:t>
            </a:r>
            <a:r>
              <a:rPr lang="en-AU" sz="1800" b="1" i="1" dirty="0"/>
              <a:t>manner</a:t>
            </a:r>
            <a:r>
              <a:rPr lang="en-AU" sz="1800" b="1" dirty="0"/>
              <a:t> </a:t>
            </a:r>
            <a:r>
              <a:rPr lang="en-AU" sz="1800" dirty="0"/>
              <a:t>(broad ultra vires –</a:t>
            </a:r>
            <a:r>
              <a:rPr lang="en-AU" sz="1800" u="sng" dirty="0"/>
              <a:t>abuse of power</a:t>
            </a:r>
            <a:r>
              <a:rPr lang="en-AU" sz="1800" dirty="0"/>
              <a:t>) – a breach of discretion; or</a:t>
            </a:r>
          </a:p>
          <a:p>
            <a:pPr marL="285750" lvl="0" indent="-285750">
              <a:buFont typeface="Wingdings" panose="05000000000000000000" pitchFamily="2" charset="2"/>
              <a:buChar char="Ø"/>
            </a:pPr>
            <a:r>
              <a:rPr lang="en-AU" sz="1800" b="1" dirty="0"/>
              <a:t>not doing something when there is a duty to act </a:t>
            </a:r>
            <a:r>
              <a:rPr lang="en-AU" sz="1800" dirty="0"/>
              <a:t>(broad ultra vires – </a:t>
            </a:r>
            <a:r>
              <a:rPr lang="en-AU" sz="1800" u="sng" dirty="0"/>
              <a:t>failure to exercise power</a:t>
            </a:r>
            <a:r>
              <a:rPr lang="en-AU" sz="1800" dirty="0"/>
              <a:t>) – a breach of discretion.</a:t>
            </a:r>
          </a:p>
          <a:p>
            <a:pPr marL="285750" lvl="0" indent="-285750">
              <a:buFont typeface="Wingdings" panose="05000000000000000000" pitchFamily="2" charset="2"/>
              <a:buChar char="Ø"/>
            </a:pPr>
            <a:endParaRPr lang="en-AU" sz="1200" dirty="0"/>
          </a:p>
          <a:p>
            <a:endParaRPr lang="en-AU" sz="1200" dirty="0"/>
          </a:p>
        </p:txBody>
      </p:sp>
    </p:spTree>
    <p:extLst>
      <p:ext uri="{BB962C8B-B14F-4D97-AF65-F5344CB8AC3E}">
        <p14:creationId xmlns:p14="http://schemas.microsoft.com/office/powerpoint/2010/main" val="232474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A1ECF-B5C9-129D-E402-508DEB99263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BDDF667-BB56-075E-76C3-4F9725DAE09C}"/>
              </a:ext>
            </a:extLst>
          </p:cNvPr>
          <p:cNvSpPr>
            <a:spLocks noGrp="1"/>
          </p:cNvSpPr>
          <p:nvPr>
            <p:ph type="ctrTitle"/>
          </p:nvPr>
        </p:nvSpPr>
        <p:spPr>
          <a:xfrm>
            <a:off x="210394" y="326827"/>
            <a:ext cx="7655064" cy="616148"/>
          </a:xfrm>
        </p:spPr>
        <p:txBody>
          <a:bodyPr anchor="ctr">
            <a:noAutofit/>
          </a:bodyPr>
          <a:lstStyle/>
          <a:p>
            <a:r>
              <a:rPr lang="en-US" sz="2400" dirty="0"/>
              <a:t>Ultra vires in </a:t>
            </a:r>
            <a:r>
              <a:rPr lang="en-US" sz="2400" i="1" dirty="0"/>
              <a:t>Common Law </a:t>
            </a:r>
            <a:r>
              <a:rPr lang="en-US" sz="2400" dirty="0"/>
              <a:t>Judicial Review (state &amp; federal)</a:t>
            </a:r>
          </a:p>
        </p:txBody>
      </p:sp>
      <p:sp>
        <p:nvSpPr>
          <p:cNvPr id="7" name="Content Placeholder 6">
            <a:extLst>
              <a:ext uri="{FF2B5EF4-FFF2-40B4-BE49-F238E27FC236}">
                <a16:creationId xmlns:a16="http://schemas.microsoft.com/office/drawing/2014/main" id="{25A8DE42-325C-D4AD-71CF-2A9B8C812149}"/>
              </a:ext>
            </a:extLst>
          </p:cNvPr>
          <p:cNvSpPr>
            <a:spLocks noGrp="1"/>
          </p:cNvSpPr>
          <p:nvPr>
            <p:ph sz="quarter" idx="11"/>
          </p:nvPr>
        </p:nvSpPr>
        <p:spPr>
          <a:xfrm>
            <a:off x="588169" y="1065402"/>
            <a:ext cx="6986678" cy="3926048"/>
          </a:xfrm>
        </p:spPr>
        <p:txBody>
          <a:bodyPr>
            <a:normAutofit fontScale="85000" lnSpcReduction="20000"/>
          </a:bodyPr>
          <a:lstStyle/>
          <a:p>
            <a:r>
              <a:rPr lang="en-US" sz="2000" dirty="0"/>
              <a:t>Involves the issuing of </a:t>
            </a:r>
            <a:r>
              <a:rPr lang="en-US" sz="2000" i="1" dirty="0"/>
              <a:t>prerogative writs</a:t>
            </a:r>
            <a:r>
              <a:rPr lang="en-US" sz="2000" dirty="0"/>
              <a:t>-asking for order for mandamus, prohibition or injunction against decision maker because a decision maker has acted outside the scope of their authority</a:t>
            </a:r>
          </a:p>
          <a:p>
            <a:endParaRPr lang="en-US" sz="2000" dirty="0"/>
          </a:p>
          <a:p>
            <a:r>
              <a:rPr lang="en-US" sz="2000" dirty="0"/>
              <a:t>High Court (original jurisdiction) - s75 </a:t>
            </a:r>
            <a:r>
              <a:rPr lang="en-US" sz="2000" i="1" dirty="0"/>
              <a:t>Constitution</a:t>
            </a:r>
            <a:endParaRPr lang="en-US" sz="2000" dirty="0"/>
          </a:p>
          <a:p>
            <a:endParaRPr lang="en-US" sz="2000" dirty="0"/>
          </a:p>
          <a:p>
            <a:r>
              <a:rPr lang="en-US" sz="2000" dirty="0"/>
              <a:t>Federal Court - s39B </a:t>
            </a:r>
            <a:r>
              <a:rPr lang="en-US" sz="2000" i="1" dirty="0"/>
              <a:t>Judiciary Act </a:t>
            </a:r>
            <a:endParaRPr lang="en-US" sz="2000" dirty="0"/>
          </a:p>
          <a:p>
            <a:endParaRPr lang="en-US" sz="2000" dirty="0"/>
          </a:p>
          <a:p>
            <a:r>
              <a:rPr lang="en-US" sz="2000" dirty="0"/>
              <a:t>WA Supreme Court - s16 </a:t>
            </a:r>
            <a:r>
              <a:rPr lang="en-US" sz="2000" i="1" dirty="0"/>
              <a:t>Supreme Court Act 1935 (WA)</a:t>
            </a:r>
          </a:p>
          <a:p>
            <a:endParaRPr lang="en-US" sz="2000" i="1" dirty="0"/>
          </a:p>
          <a:p>
            <a:r>
              <a:rPr lang="en-US" sz="2000" dirty="0"/>
              <a:t>In Commonwealth matters, while common law jurisdiction can be used to challenge both administrative and legislative decisions (</a:t>
            </a:r>
            <a:r>
              <a:rPr lang="en-US" sz="2000" dirty="0" err="1"/>
              <a:t>ie</a:t>
            </a:r>
            <a:r>
              <a:rPr lang="en-US" sz="2000" dirty="0"/>
              <a:t> delegated legislation) it is mainly legislative decisions that are challenged under common law as these cannot be challenged under the ADJR Act (we saw in Week 6 only administrative decisions can be challenged under that Act).</a:t>
            </a:r>
          </a:p>
          <a:p>
            <a:endParaRPr lang="en-AU" sz="1200" dirty="0"/>
          </a:p>
        </p:txBody>
      </p:sp>
    </p:spTree>
    <p:extLst>
      <p:ext uri="{BB962C8B-B14F-4D97-AF65-F5344CB8AC3E}">
        <p14:creationId xmlns:p14="http://schemas.microsoft.com/office/powerpoint/2010/main" val="3892151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1D3C-5740-D11D-4EF4-09E9AE4D2D9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B89A63-D0EC-4FD5-91BD-36877CF7B453}"/>
              </a:ext>
            </a:extLst>
          </p:cNvPr>
          <p:cNvSpPr>
            <a:spLocks noGrp="1"/>
          </p:cNvSpPr>
          <p:nvPr>
            <p:ph type="ctrTitle"/>
          </p:nvPr>
        </p:nvSpPr>
        <p:spPr>
          <a:xfrm>
            <a:off x="588580" y="326827"/>
            <a:ext cx="7276877" cy="616148"/>
          </a:xfrm>
        </p:spPr>
        <p:txBody>
          <a:bodyPr anchor="ctr">
            <a:noAutofit/>
          </a:bodyPr>
          <a:lstStyle/>
          <a:p>
            <a:r>
              <a:rPr lang="en-US" sz="2800" dirty="0"/>
              <a:t>Grounds for Review under the ADJR Act: s5</a:t>
            </a:r>
          </a:p>
        </p:txBody>
      </p:sp>
      <p:sp>
        <p:nvSpPr>
          <p:cNvPr id="7" name="Content Placeholder 6">
            <a:extLst>
              <a:ext uri="{FF2B5EF4-FFF2-40B4-BE49-F238E27FC236}">
                <a16:creationId xmlns:a16="http://schemas.microsoft.com/office/drawing/2014/main" id="{9575C8E3-1FC4-B704-BC53-01A18A70CD0F}"/>
              </a:ext>
            </a:extLst>
          </p:cNvPr>
          <p:cNvSpPr>
            <a:spLocks noGrp="1"/>
          </p:cNvSpPr>
          <p:nvPr>
            <p:ph sz="quarter" idx="11"/>
          </p:nvPr>
        </p:nvSpPr>
        <p:spPr>
          <a:xfrm>
            <a:off x="588169" y="1065402"/>
            <a:ext cx="6986678" cy="4078098"/>
          </a:xfrm>
        </p:spPr>
        <p:txBody>
          <a:bodyPr>
            <a:normAutofit fontScale="55000" lnSpcReduction="20000"/>
          </a:bodyPr>
          <a:lstStyle/>
          <a:p>
            <a:r>
              <a:rPr lang="en-AU" sz="2000" dirty="0"/>
              <a:t>Grounds of review are available under statutory judicial review and common law judicial review-terminology may vary but they are essentially the same.</a:t>
            </a:r>
          </a:p>
          <a:p>
            <a:r>
              <a:rPr lang="en-US" sz="2000" dirty="0"/>
              <a:t>The grounds for statutory judicial review are set out in s5 of the ADJR Act as follows:</a:t>
            </a:r>
          </a:p>
          <a:p>
            <a:r>
              <a:rPr lang="en-US" sz="2000" b="1" dirty="0"/>
              <a:t>ADMINISTRATIVE DECISIONS (JUDICIAL REVIEW) ACT 1977 - SECT 5 </a:t>
            </a:r>
          </a:p>
          <a:p>
            <a:r>
              <a:rPr lang="en-US" sz="2000" b="1" dirty="0"/>
              <a:t>Applications for review of decisions</a:t>
            </a:r>
            <a:r>
              <a:rPr lang="en-US" sz="2000" dirty="0"/>
              <a:t> </a:t>
            </a:r>
          </a:p>
          <a:p>
            <a:pPr marL="177800" indent="-177800"/>
            <a:r>
              <a:rPr lang="en-US" sz="2000" dirty="0"/>
              <a:t>  (1) A person who is aggrieved by a decision to which this Act applies that is made after the commencement of this Act may apply to the Federal Court or the Federal Circuit and Family Court of Australia (Division   2) for an order of </a:t>
            </a:r>
            <a:r>
              <a:rPr lang="en-US" sz="2000" dirty="0">
                <a:hlinkClick r:id="rId3"/>
              </a:rPr>
              <a:t>review</a:t>
            </a:r>
            <a:r>
              <a:rPr lang="en-US" sz="2000" dirty="0"/>
              <a:t> in respect of the decision on any one or more of the following grounds: </a:t>
            </a:r>
          </a:p>
          <a:p>
            <a:pPr marL="444500" indent="-266700"/>
            <a:r>
              <a:rPr lang="en-US" sz="2000" dirty="0"/>
              <a:t>  (a)   that a breach of the rules of natural justice occurred in connection with the making of the decision; </a:t>
            </a:r>
          </a:p>
          <a:p>
            <a:pPr marL="444500" indent="-266700"/>
            <a:r>
              <a:rPr lang="en-US" sz="2000" b="1" dirty="0"/>
              <a:t>  (b)  that procedures that were required by law to be observed in connection with the making of the decision were not observed(this week’s ground of review);</a:t>
            </a:r>
          </a:p>
          <a:p>
            <a:pPr marL="444500" indent="-266700"/>
            <a:r>
              <a:rPr lang="en-US" sz="2000" dirty="0"/>
              <a:t>  (c)   that the person who purported to make the decision did not have jurisdiction to make the decision; </a:t>
            </a:r>
          </a:p>
          <a:p>
            <a:pPr marL="444500" indent="-266700"/>
            <a:r>
              <a:rPr lang="en-US" sz="2000" b="1" dirty="0"/>
              <a:t>  (d)  that the decision was not authorized by the enactment in pursuance of which it was purported to be made (this week’s ground of review); </a:t>
            </a:r>
          </a:p>
          <a:p>
            <a:pPr marL="444500" indent="-266700"/>
            <a:r>
              <a:rPr lang="en-US" sz="2000" dirty="0"/>
              <a:t>  (e)  that the making of the decision was an improper exercise of the power conferred by the enactment in pursuance of which it was purported to be made; </a:t>
            </a:r>
          </a:p>
          <a:p>
            <a:pPr marL="444500" indent="-266700"/>
            <a:r>
              <a:rPr lang="en-US" sz="2000" dirty="0"/>
              <a:t>  (f)   that the decision involved an error of law, whether or not the error appears on the record of the decision; </a:t>
            </a:r>
          </a:p>
          <a:p>
            <a:pPr marL="444500" indent="-266700"/>
            <a:r>
              <a:rPr lang="en-US" sz="2000" dirty="0"/>
              <a:t>  (g)   that the decision was induced or affected by fraud; </a:t>
            </a:r>
          </a:p>
          <a:p>
            <a:pPr marL="444500" indent="-266700"/>
            <a:r>
              <a:rPr lang="en-US" sz="2000" dirty="0"/>
              <a:t>  (h)   that there was no evidence or other material to justify the making of the decision; </a:t>
            </a:r>
          </a:p>
          <a:p>
            <a:pPr marL="444500" indent="-266700"/>
            <a:r>
              <a:rPr lang="en-US" sz="2000" dirty="0"/>
              <a:t>  (j)   that the decision was otherwise contrary to law. </a:t>
            </a:r>
          </a:p>
          <a:p>
            <a:pPr marL="444500" indent="-266700"/>
            <a:r>
              <a:rPr lang="en-US" sz="2000" dirty="0"/>
              <a:t> </a:t>
            </a:r>
            <a:endParaRPr lang="en-AU" sz="1200" dirty="0"/>
          </a:p>
        </p:txBody>
      </p:sp>
    </p:spTree>
    <p:extLst>
      <p:ext uri="{BB962C8B-B14F-4D97-AF65-F5344CB8AC3E}">
        <p14:creationId xmlns:p14="http://schemas.microsoft.com/office/powerpoint/2010/main" val="3213310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02D1-18DF-0843-84B0-9C434269B71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F9A3401-DD48-86A5-A63C-54A0375E6AD7}"/>
              </a:ext>
            </a:extLst>
          </p:cNvPr>
          <p:cNvSpPr>
            <a:spLocks noGrp="1"/>
          </p:cNvSpPr>
          <p:nvPr>
            <p:ph type="ctrTitle"/>
          </p:nvPr>
        </p:nvSpPr>
        <p:spPr>
          <a:xfrm>
            <a:off x="588580" y="326827"/>
            <a:ext cx="7276877" cy="616148"/>
          </a:xfrm>
        </p:spPr>
        <p:txBody>
          <a:bodyPr anchor="ctr">
            <a:noAutofit/>
          </a:bodyPr>
          <a:lstStyle/>
          <a:p>
            <a:r>
              <a:rPr lang="en-US" sz="2200" dirty="0"/>
              <a:t>Grounds for Review under the ADJR Act: s5 (Continued)</a:t>
            </a:r>
          </a:p>
        </p:txBody>
      </p:sp>
      <p:sp>
        <p:nvSpPr>
          <p:cNvPr id="7" name="Content Placeholder 6">
            <a:extLst>
              <a:ext uri="{FF2B5EF4-FFF2-40B4-BE49-F238E27FC236}">
                <a16:creationId xmlns:a16="http://schemas.microsoft.com/office/drawing/2014/main" id="{45D4349D-5814-F80C-EC39-F52EA1320C5F}"/>
              </a:ext>
            </a:extLst>
          </p:cNvPr>
          <p:cNvSpPr>
            <a:spLocks noGrp="1"/>
          </p:cNvSpPr>
          <p:nvPr>
            <p:ph sz="quarter" idx="11"/>
          </p:nvPr>
        </p:nvSpPr>
        <p:spPr>
          <a:xfrm>
            <a:off x="588169" y="1065402"/>
            <a:ext cx="6986678" cy="3926048"/>
          </a:xfrm>
        </p:spPr>
        <p:txBody>
          <a:bodyPr>
            <a:normAutofit fontScale="55000" lnSpcReduction="20000"/>
          </a:bodyPr>
          <a:lstStyle/>
          <a:p>
            <a:pPr marL="177800" indent="-177800"/>
            <a:r>
              <a:rPr lang="en-US" sz="2000" dirty="0"/>
              <a:t>  (2)  The reference in </a:t>
            </a:r>
            <a:r>
              <a:rPr lang="en-US" sz="2000" dirty="0">
                <a:hlinkClick r:id="rId3"/>
              </a:rPr>
              <a:t>paragraph</a:t>
            </a:r>
            <a:r>
              <a:rPr lang="en-US" sz="2000" dirty="0"/>
              <a:t>   (1)(e) to an improper exercise of a power shall be construed as including a reference to: </a:t>
            </a:r>
          </a:p>
          <a:p>
            <a:pPr marL="444500" indent="-266700"/>
            <a:r>
              <a:rPr lang="en-US" sz="2000" dirty="0"/>
              <a:t>  (a)   taking an irrelevant consideration into account in the exercise of a power; </a:t>
            </a:r>
          </a:p>
          <a:p>
            <a:pPr marL="444500" indent="-266700"/>
            <a:r>
              <a:rPr lang="en-US" sz="2000" dirty="0"/>
              <a:t>  (b)   failing to take a relevant consideration into account in the exercise of a power; </a:t>
            </a:r>
          </a:p>
          <a:p>
            <a:pPr marL="444500" indent="-266700"/>
            <a:r>
              <a:rPr lang="en-US" sz="2000" dirty="0"/>
              <a:t>  (c)   an exercise of a power for a purpose other than a purpose for which the power is conferred; </a:t>
            </a:r>
          </a:p>
          <a:p>
            <a:pPr marL="444500" indent="-266700"/>
            <a:r>
              <a:rPr lang="en-US" sz="2000" dirty="0"/>
              <a:t>  (d)   an exercise of a discretionary power in bad faith; </a:t>
            </a:r>
          </a:p>
          <a:p>
            <a:pPr marL="444500" indent="-266700"/>
            <a:r>
              <a:rPr lang="en-US" sz="2000" dirty="0"/>
              <a:t>  (e)   an exercise of a personal discretionary power at the direction or behest of another person; </a:t>
            </a:r>
          </a:p>
          <a:p>
            <a:pPr marL="444500" indent="-266700"/>
            <a:r>
              <a:rPr lang="en-US" sz="2000" dirty="0"/>
              <a:t>  (f)   an exercise of a discretionary power in accordance with a rule or policy without regard to the merits of the particular case; </a:t>
            </a:r>
          </a:p>
          <a:p>
            <a:pPr marL="444500" indent="-266700"/>
            <a:r>
              <a:rPr lang="en-US" sz="2000" dirty="0"/>
              <a:t>  (g)   an exercise of a power that is so unreasonable that no reasonable person could have so exercised the power; </a:t>
            </a:r>
          </a:p>
          <a:p>
            <a:pPr marL="444500" indent="-266700"/>
            <a:r>
              <a:rPr lang="en-US" sz="2000" dirty="0"/>
              <a:t>  (h)   an exercise of a power in such a way that the result of the exercise of the power is uncertain; and </a:t>
            </a:r>
          </a:p>
          <a:p>
            <a:pPr marL="444500" indent="-266700"/>
            <a:r>
              <a:rPr lang="en-US" sz="2000" dirty="0"/>
              <a:t>  (j)   any other exercise of a power in a way that constitutes abuse of the power. </a:t>
            </a:r>
          </a:p>
          <a:p>
            <a:r>
              <a:rPr lang="en-US" sz="2000" dirty="0"/>
              <a:t>  (3)   The ground specified in </a:t>
            </a:r>
            <a:r>
              <a:rPr lang="en-US" sz="2000" dirty="0">
                <a:hlinkClick r:id="rId3"/>
              </a:rPr>
              <a:t>paragraph</a:t>
            </a:r>
            <a:r>
              <a:rPr lang="en-US" sz="2000" dirty="0"/>
              <a:t>   (1)(h) shall not be taken to be made out unless: </a:t>
            </a:r>
          </a:p>
          <a:p>
            <a:pPr marL="444500" indent="-266700"/>
            <a:r>
              <a:rPr lang="en-US" sz="2000" dirty="0"/>
              <a:t>  (a)   the person who made the decision was required by law to reach that decision only if a particular matter was established, and there was no evidence or other material (including facts of which he or she was entitled to take notice) from which he or she could reasonably be satisfied that the matter was established; or </a:t>
            </a:r>
          </a:p>
          <a:p>
            <a:pPr marL="444500" indent="-266700"/>
            <a:r>
              <a:rPr lang="en-US" sz="2000" dirty="0"/>
              <a:t>  (b)   the person who made the decision based the decision on the existence of a particular fact, and that fact did not exist. </a:t>
            </a:r>
          </a:p>
          <a:p>
            <a:r>
              <a:rPr lang="en-US" sz="2000" dirty="0"/>
              <a:t> </a:t>
            </a:r>
          </a:p>
          <a:p>
            <a:endParaRPr lang="en-AU" sz="1200" dirty="0"/>
          </a:p>
        </p:txBody>
      </p:sp>
    </p:spTree>
    <p:extLst>
      <p:ext uri="{BB962C8B-B14F-4D97-AF65-F5344CB8AC3E}">
        <p14:creationId xmlns:p14="http://schemas.microsoft.com/office/powerpoint/2010/main" val="1864278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6"/>
            <a:ext cx="7037012" cy="873323"/>
          </a:xfrm>
        </p:spPr>
        <p:txBody>
          <a:bodyPr anchor="ctr">
            <a:noAutofit/>
          </a:bodyPr>
          <a:lstStyle/>
          <a:p>
            <a:r>
              <a:rPr lang="en-US" sz="2400" dirty="0"/>
              <a:t>Simple/Narrow Ultra vires (</a:t>
            </a:r>
            <a:r>
              <a:rPr lang="en-US" sz="2400" i="1" dirty="0"/>
              <a:t>substantive</a:t>
            </a:r>
            <a:r>
              <a:rPr lang="en-US" sz="2400" dirty="0"/>
              <a:t>) under ADJR Act -</a:t>
            </a:r>
            <a:r>
              <a:rPr lang="en-US" sz="2400" i="1" dirty="0"/>
              <a:t>s.5 (1)(d) ADJR Act 1977 (</a:t>
            </a:r>
            <a:r>
              <a:rPr lang="en-US" sz="2400" i="1" dirty="0" err="1"/>
              <a:t>Cth</a:t>
            </a:r>
            <a:r>
              <a:rPr lang="en-US" sz="2400" i="1" dirty="0"/>
              <a:t>)</a:t>
            </a:r>
            <a:br>
              <a:rPr lang="en-US" sz="2400" i="1" dirty="0"/>
            </a:br>
            <a:endParaRPr lang="en-US" sz="2400" dirty="0"/>
          </a:p>
        </p:txBody>
      </p:sp>
      <p:sp>
        <p:nvSpPr>
          <p:cNvPr id="7" name="Content Placeholder 6"/>
          <p:cNvSpPr>
            <a:spLocks noGrp="1"/>
          </p:cNvSpPr>
          <p:nvPr>
            <p:ph sz="quarter" idx="11"/>
          </p:nvPr>
        </p:nvSpPr>
        <p:spPr>
          <a:xfrm>
            <a:off x="588169" y="1440382"/>
            <a:ext cx="6702755" cy="3024462"/>
          </a:xfrm>
        </p:spPr>
        <p:txBody>
          <a:bodyPr>
            <a:normAutofit fontScale="92500" lnSpcReduction="20000"/>
          </a:bodyPr>
          <a:lstStyle/>
          <a:p>
            <a:r>
              <a:rPr lang="en-US" sz="1600" b="1" dirty="0"/>
              <a:t>ADMINISTRATIVE DECISIONS (JUDICIAL REVIEW) ACT 1977 - SECT 5 </a:t>
            </a:r>
          </a:p>
          <a:p>
            <a:r>
              <a:rPr lang="en-US" sz="1600" b="1" dirty="0"/>
              <a:t>Applications for review of decisions</a:t>
            </a:r>
            <a:r>
              <a:rPr lang="en-US" sz="1600" dirty="0"/>
              <a:t> </a:t>
            </a:r>
          </a:p>
          <a:p>
            <a:pPr marL="177800" indent="-177800"/>
            <a:r>
              <a:rPr lang="en-US" sz="1600" dirty="0"/>
              <a:t>  (1) A person who is aggrieved by a decision to which this Act applies that is made after the commencement of this Act may apply to the Federal Court or the Federal Circuit and Family Court of Australia (Division   2) for an order of </a:t>
            </a:r>
            <a:r>
              <a:rPr lang="en-US" sz="1600" dirty="0">
                <a:hlinkClick r:id="rId3"/>
              </a:rPr>
              <a:t>review</a:t>
            </a:r>
            <a:r>
              <a:rPr lang="en-US" sz="1600" dirty="0"/>
              <a:t> in respect of the decision on any one or more of the following grounds: </a:t>
            </a:r>
          </a:p>
          <a:p>
            <a:pPr marL="542925" indent="-542925"/>
            <a:r>
              <a:rPr lang="en-US" sz="1500" dirty="0"/>
              <a:t>        ………….</a:t>
            </a:r>
          </a:p>
          <a:p>
            <a:pPr marL="542925" indent="-276225"/>
            <a:r>
              <a:rPr lang="en-US" sz="1500" dirty="0"/>
              <a:t>(d) 	</a:t>
            </a:r>
            <a:r>
              <a:rPr lang="en-US" sz="1500" b="1" dirty="0"/>
              <a:t>that the decision was not </a:t>
            </a:r>
            <a:r>
              <a:rPr lang="en-US" sz="1500" b="1" dirty="0" err="1"/>
              <a:t>authorised</a:t>
            </a:r>
            <a:r>
              <a:rPr lang="en-US" sz="1500" b="1" dirty="0"/>
              <a:t> by the enactment in pursuance of which it was purported to be made</a:t>
            </a:r>
          </a:p>
          <a:p>
            <a:r>
              <a:rPr lang="en-US" sz="1500" dirty="0"/>
              <a:t>        …………..</a:t>
            </a:r>
          </a:p>
          <a:p>
            <a:endParaRPr lang="en-US" sz="1500" dirty="0"/>
          </a:p>
          <a:p>
            <a:r>
              <a:rPr lang="en-US" sz="1900" dirty="0"/>
              <a:t>This means the decision was </a:t>
            </a:r>
            <a:r>
              <a:rPr lang="en-US" sz="1900" u="sng" dirty="0"/>
              <a:t>outside</a:t>
            </a:r>
            <a:r>
              <a:rPr lang="en-US" sz="1900" dirty="0"/>
              <a:t> the scope of the subject matter of the statute.</a:t>
            </a:r>
          </a:p>
          <a:p>
            <a:endParaRPr lang="en-US" sz="1500" dirty="0"/>
          </a:p>
        </p:txBody>
      </p:sp>
    </p:spTree>
    <p:extLst>
      <p:ext uri="{BB962C8B-B14F-4D97-AF65-F5344CB8AC3E}">
        <p14:creationId xmlns:p14="http://schemas.microsoft.com/office/powerpoint/2010/main" val="1109220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E3EE2-9B2D-9E92-3AF0-7B64319A46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3EA78DE-6045-B807-9046-CC5885439BAA}"/>
              </a:ext>
            </a:extLst>
          </p:cNvPr>
          <p:cNvSpPr>
            <a:spLocks noGrp="1"/>
          </p:cNvSpPr>
          <p:nvPr>
            <p:ph type="ctrTitle"/>
          </p:nvPr>
        </p:nvSpPr>
        <p:spPr>
          <a:xfrm>
            <a:off x="588581" y="326826"/>
            <a:ext cx="7037012" cy="873323"/>
          </a:xfrm>
        </p:spPr>
        <p:txBody>
          <a:bodyPr anchor="ctr">
            <a:noAutofit/>
          </a:bodyPr>
          <a:lstStyle/>
          <a:p>
            <a:r>
              <a:rPr lang="en-US" sz="2400" dirty="0"/>
              <a:t>Simple/Narrow Ultra vires(</a:t>
            </a:r>
            <a:r>
              <a:rPr lang="en-US" sz="2400" i="1" dirty="0"/>
              <a:t>procedural</a:t>
            </a:r>
            <a:r>
              <a:rPr lang="en-US" sz="2400" dirty="0"/>
              <a:t>) under ADJR Act -</a:t>
            </a:r>
            <a:r>
              <a:rPr lang="en-US" sz="2400" i="1" dirty="0"/>
              <a:t>s.5 (1)(d) ADJR Act 1977 (</a:t>
            </a:r>
            <a:r>
              <a:rPr lang="en-US" sz="2400" i="1" dirty="0" err="1"/>
              <a:t>Cth</a:t>
            </a:r>
            <a:r>
              <a:rPr lang="en-US" sz="2400" i="1" dirty="0"/>
              <a:t>)</a:t>
            </a:r>
            <a:br>
              <a:rPr lang="en-US" sz="2400" i="1" dirty="0"/>
            </a:br>
            <a:endParaRPr lang="en-US" sz="2400" dirty="0"/>
          </a:p>
        </p:txBody>
      </p:sp>
      <p:sp>
        <p:nvSpPr>
          <p:cNvPr id="7" name="Content Placeholder 6">
            <a:extLst>
              <a:ext uri="{FF2B5EF4-FFF2-40B4-BE49-F238E27FC236}">
                <a16:creationId xmlns:a16="http://schemas.microsoft.com/office/drawing/2014/main" id="{11D71395-8AC6-F44A-D8D4-C099A3721A3C}"/>
              </a:ext>
            </a:extLst>
          </p:cNvPr>
          <p:cNvSpPr>
            <a:spLocks noGrp="1"/>
          </p:cNvSpPr>
          <p:nvPr>
            <p:ph sz="quarter" idx="11"/>
          </p:nvPr>
        </p:nvSpPr>
        <p:spPr>
          <a:xfrm>
            <a:off x="588169" y="1200150"/>
            <a:ext cx="6500454" cy="3264694"/>
          </a:xfrm>
        </p:spPr>
        <p:txBody>
          <a:bodyPr>
            <a:normAutofit fontScale="92500" lnSpcReduction="20000"/>
          </a:bodyPr>
          <a:lstStyle/>
          <a:p>
            <a:r>
              <a:rPr lang="en-US" sz="1600" b="1" dirty="0"/>
              <a:t>ADMINISTRATIVE DECISIONS (JUDICIAL REVIEW) ACT 1977 - SECT 5 </a:t>
            </a:r>
          </a:p>
          <a:p>
            <a:r>
              <a:rPr lang="en-US" sz="1600" b="1" dirty="0"/>
              <a:t>Applications for review of decisions</a:t>
            </a:r>
            <a:r>
              <a:rPr lang="en-US" sz="1600" dirty="0"/>
              <a:t> </a:t>
            </a:r>
          </a:p>
          <a:p>
            <a:pPr marL="177800" indent="-177800"/>
            <a:r>
              <a:rPr lang="en-US" sz="1600" dirty="0"/>
              <a:t>  (1) A person who is aggrieved by a decision to which this Act applies that is made after the commencement of this Act may apply to the Federal Court or the Federal Circuit and Family Court of Australia (Division   2) for an order of </a:t>
            </a:r>
            <a:r>
              <a:rPr lang="en-US" sz="1600" dirty="0">
                <a:hlinkClick r:id="rId3"/>
              </a:rPr>
              <a:t>review</a:t>
            </a:r>
            <a:r>
              <a:rPr lang="en-US" sz="1600" dirty="0"/>
              <a:t> in respect of the decision on any one or more of the following grounds: </a:t>
            </a:r>
          </a:p>
          <a:p>
            <a:pPr marL="542925" indent="-542925"/>
            <a:r>
              <a:rPr lang="en-US" sz="1500" dirty="0"/>
              <a:t>        ………….</a:t>
            </a:r>
          </a:p>
          <a:p>
            <a:pPr marL="542925" indent="-365125" algn="just"/>
            <a:r>
              <a:rPr lang="en-AU" sz="1400" dirty="0"/>
              <a:t>(b)  	</a:t>
            </a:r>
            <a:r>
              <a:rPr lang="en-AU" sz="1400" b="1" dirty="0"/>
              <a:t>that procedures that were required by law to be observed in connection with the making of the decision were not observed</a:t>
            </a:r>
            <a:r>
              <a:rPr lang="en-AU" sz="1400" dirty="0"/>
              <a:t>; </a:t>
            </a:r>
          </a:p>
          <a:p>
            <a:r>
              <a:rPr lang="en-US" sz="1500" dirty="0"/>
              <a:t>        …………..</a:t>
            </a:r>
          </a:p>
          <a:p>
            <a:endParaRPr lang="en-US" sz="1500" dirty="0"/>
          </a:p>
          <a:p>
            <a:r>
              <a:rPr lang="en-US" sz="1900" dirty="0"/>
              <a:t>This means that a procedure that was a pre-condition for the valid exercise of the power under the statute has not been met</a:t>
            </a:r>
          </a:p>
          <a:p>
            <a:endParaRPr lang="en-US" sz="1500" dirty="0"/>
          </a:p>
        </p:txBody>
      </p:sp>
    </p:spTree>
    <p:extLst>
      <p:ext uri="{BB962C8B-B14F-4D97-AF65-F5344CB8AC3E}">
        <p14:creationId xmlns:p14="http://schemas.microsoft.com/office/powerpoint/2010/main" val="251422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6969380" cy="616148"/>
          </a:xfrm>
        </p:spPr>
        <p:txBody>
          <a:bodyPr anchor="ctr">
            <a:noAutofit/>
          </a:bodyPr>
          <a:lstStyle/>
          <a:p>
            <a:r>
              <a:rPr lang="en-US" sz="2800" dirty="0"/>
              <a:t>Grounds of review-method of approach for UV</a:t>
            </a:r>
          </a:p>
        </p:txBody>
      </p:sp>
      <p:graphicFrame>
        <p:nvGraphicFramePr>
          <p:cNvPr id="9" name="Content Placeholder 6">
            <a:extLst>
              <a:ext uri="{FF2B5EF4-FFF2-40B4-BE49-F238E27FC236}">
                <a16:creationId xmlns:a16="http://schemas.microsoft.com/office/drawing/2014/main" id="{67179346-6874-2163-CA26-CA00E63117E6}"/>
              </a:ext>
            </a:extLst>
          </p:cNvPr>
          <p:cNvGraphicFramePr>
            <a:graphicFrameLocks noGrp="1"/>
          </p:cNvGraphicFramePr>
          <p:nvPr>
            <p:ph sz="quarter" idx="11"/>
            <p:extLst>
              <p:ext uri="{D42A27DB-BD31-4B8C-83A1-F6EECF244321}">
                <p14:modId xmlns:p14="http://schemas.microsoft.com/office/powerpoint/2010/main" val="565212558"/>
              </p:ext>
            </p:extLst>
          </p:nvPr>
        </p:nvGraphicFramePr>
        <p:xfrm>
          <a:off x="588169" y="1200150"/>
          <a:ext cx="7878366" cy="32646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377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6919566" cy="616148"/>
          </a:xfrm>
        </p:spPr>
        <p:txBody>
          <a:bodyPr anchor="ctr">
            <a:noAutofit/>
          </a:bodyPr>
          <a:lstStyle/>
          <a:p>
            <a:r>
              <a:rPr lang="en-US" sz="2800" dirty="0"/>
              <a:t>Determining Simple/narrow UV (Substantive)</a:t>
            </a:r>
          </a:p>
        </p:txBody>
      </p:sp>
      <p:sp>
        <p:nvSpPr>
          <p:cNvPr id="7" name="Content Placeholder 6"/>
          <p:cNvSpPr>
            <a:spLocks noGrp="1"/>
          </p:cNvSpPr>
          <p:nvPr>
            <p:ph sz="quarter" idx="11"/>
          </p:nvPr>
        </p:nvSpPr>
        <p:spPr>
          <a:xfrm>
            <a:off x="588169" y="1200150"/>
            <a:ext cx="6919978" cy="3264694"/>
          </a:xfrm>
        </p:spPr>
        <p:txBody>
          <a:bodyPr>
            <a:normAutofit lnSpcReduction="10000"/>
          </a:bodyPr>
          <a:lstStyle/>
          <a:p>
            <a:endParaRPr lang="en-US" sz="1300" dirty="0"/>
          </a:p>
          <a:p>
            <a:r>
              <a:rPr lang="en-US" sz="1300" dirty="0"/>
              <a:t>A 3 step process:</a:t>
            </a:r>
          </a:p>
          <a:p>
            <a:endParaRPr lang="en-US" sz="1300" dirty="0"/>
          </a:p>
          <a:p>
            <a:pPr marL="342900" indent="-342900">
              <a:buAutoNum type="arabicPeriod"/>
            </a:pPr>
            <a:r>
              <a:rPr lang="en-US" sz="1300" dirty="0"/>
              <a:t>Ascertain the </a:t>
            </a:r>
            <a:r>
              <a:rPr lang="en-US" sz="1300" b="1" dirty="0"/>
              <a:t>purpose</a:t>
            </a:r>
            <a:r>
              <a:rPr lang="en-US" sz="1300" dirty="0"/>
              <a:t> of the statute (either expressed in a purpose/objects clause or implied from the terms of the statute)</a:t>
            </a:r>
          </a:p>
          <a:p>
            <a:pPr marL="342900" indent="-342900">
              <a:buAutoNum type="arabicPeriod"/>
            </a:pPr>
            <a:r>
              <a:rPr lang="en-US" sz="1300" dirty="0"/>
              <a:t>Examine </a:t>
            </a:r>
            <a:r>
              <a:rPr lang="en-US" sz="1300" b="1" dirty="0"/>
              <a:t>nature and breadth of the decision</a:t>
            </a:r>
            <a:r>
              <a:rPr lang="en-US" sz="1300" dirty="0"/>
              <a:t> made under the statute</a:t>
            </a:r>
          </a:p>
          <a:p>
            <a:pPr marL="342900" indent="-342900">
              <a:buAutoNum type="arabicPeriod"/>
            </a:pPr>
            <a:r>
              <a:rPr lang="en-US" sz="1300" dirty="0"/>
              <a:t>Decide whether the decision </a:t>
            </a:r>
            <a:r>
              <a:rPr lang="en-US" sz="1300" b="1" dirty="0"/>
              <a:t>aligns with the purpose </a:t>
            </a:r>
            <a:r>
              <a:rPr lang="en-US" sz="1300" dirty="0"/>
              <a:t>of the statute</a:t>
            </a:r>
          </a:p>
          <a:p>
            <a:endParaRPr lang="en-US" sz="1300" dirty="0"/>
          </a:p>
          <a:p>
            <a:r>
              <a:rPr lang="en-US" sz="1300" dirty="0"/>
              <a:t>If completely out of alignment with the statute’s purpose, then the decision is </a:t>
            </a:r>
            <a:r>
              <a:rPr lang="en-US" sz="1300" dirty="0" err="1"/>
              <a:t>unauthorised</a:t>
            </a:r>
            <a:r>
              <a:rPr lang="en-US" sz="1300" dirty="0"/>
              <a:t> and therefore </a:t>
            </a:r>
            <a:r>
              <a:rPr lang="en-US" sz="1300" b="1" dirty="0"/>
              <a:t>invalid and void </a:t>
            </a:r>
            <a:r>
              <a:rPr lang="en-US" sz="1300" dirty="0"/>
              <a:t>(as if a decision had never been made). It is a matter of statutory interpretation. </a:t>
            </a:r>
          </a:p>
          <a:p>
            <a:r>
              <a:rPr lang="en-US" sz="1300" dirty="0"/>
              <a:t>If the decision is not completely out of alignment with the statute’s purpose, but nevertheless not true to it, we call that an improper purpose in the broad </a:t>
            </a:r>
            <a:r>
              <a:rPr lang="en-US" sz="1300" dirty="0" err="1"/>
              <a:t>uv</a:t>
            </a:r>
            <a:r>
              <a:rPr lang="en-US" sz="1300" dirty="0"/>
              <a:t> sense– the decision is not void but voidable – more on that next week.</a:t>
            </a:r>
          </a:p>
        </p:txBody>
      </p:sp>
    </p:spTree>
    <p:extLst>
      <p:ext uri="{BB962C8B-B14F-4D97-AF65-F5344CB8AC3E}">
        <p14:creationId xmlns:p14="http://schemas.microsoft.com/office/powerpoint/2010/main" val="2607011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6969380" cy="616148"/>
          </a:xfrm>
        </p:spPr>
        <p:txBody>
          <a:bodyPr anchor="ctr">
            <a:noAutofit/>
          </a:bodyPr>
          <a:lstStyle/>
          <a:p>
            <a:r>
              <a:rPr lang="en-US" sz="2800" dirty="0"/>
              <a:t>Determining Simple/Narrow  UV (Procedural)</a:t>
            </a:r>
            <a:br>
              <a:rPr lang="en-US" sz="2800" dirty="0"/>
            </a:br>
            <a:endParaRPr lang="en-US" sz="2800" dirty="0"/>
          </a:p>
        </p:txBody>
      </p:sp>
      <p:sp>
        <p:nvSpPr>
          <p:cNvPr id="7" name="Content Placeholder 6"/>
          <p:cNvSpPr>
            <a:spLocks noGrp="1"/>
          </p:cNvSpPr>
          <p:nvPr>
            <p:ph sz="quarter" idx="11"/>
          </p:nvPr>
        </p:nvSpPr>
        <p:spPr>
          <a:xfrm>
            <a:off x="588169" y="1200150"/>
            <a:ext cx="5862965" cy="3264694"/>
          </a:xfrm>
        </p:spPr>
        <p:txBody>
          <a:bodyPr>
            <a:normAutofit/>
          </a:bodyPr>
          <a:lstStyle/>
          <a:p>
            <a:endParaRPr lang="en-US" sz="1300" dirty="0"/>
          </a:p>
          <a:p>
            <a:r>
              <a:rPr lang="en-US" sz="1300" dirty="0"/>
              <a:t>Rule of thumb:</a:t>
            </a:r>
          </a:p>
          <a:p>
            <a:endParaRPr lang="en-US" sz="1300" dirty="0"/>
          </a:p>
          <a:p>
            <a:r>
              <a:rPr lang="en-US" sz="1300" dirty="0"/>
              <a:t>If provisions </a:t>
            </a:r>
            <a:r>
              <a:rPr lang="en-US" sz="1300" b="1" dirty="0"/>
              <a:t>mandatory</a:t>
            </a:r>
            <a:r>
              <a:rPr lang="en-US" sz="1300" dirty="0"/>
              <a:t>=decision maker </a:t>
            </a:r>
            <a:r>
              <a:rPr lang="en-US" sz="1300" b="1" dirty="0"/>
              <a:t>must </a:t>
            </a:r>
            <a:r>
              <a:rPr lang="en-US" sz="1300" dirty="0"/>
              <a:t>comply with them. If they don’t comply, the decision is </a:t>
            </a:r>
            <a:r>
              <a:rPr lang="en-US" sz="1300" b="1" dirty="0"/>
              <a:t>invalid (and void) </a:t>
            </a:r>
            <a:r>
              <a:rPr lang="en-US" sz="1300" dirty="0"/>
              <a:t>as if no decision had been made</a:t>
            </a:r>
            <a:r>
              <a:rPr lang="en-US" sz="1300" b="1" dirty="0"/>
              <a:t>.</a:t>
            </a:r>
          </a:p>
          <a:p>
            <a:endParaRPr lang="en-US" sz="1300" dirty="0"/>
          </a:p>
          <a:p>
            <a:r>
              <a:rPr lang="en-US" sz="1300" dirty="0"/>
              <a:t>If provisions </a:t>
            </a:r>
            <a:r>
              <a:rPr lang="en-US" sz="1300" b="1" dirty="0"/>
              <a:t>directory</a:t>
            </a:r>
            <a:r>
              <a:rPr lang="en-US" sz="1300" dirty="0"/>
              <a:t>=decision maker </a:t>
            </a:r>
            <a:r>
              <a:rPr lang="en-US" sz="1300" b="1" dirty="0"/>
              <a:t>should</a:t>
            </a:r>
            <a:r>
              <a:rPr lang="en-US" sz="1300" dirty="0"/>
              <a:t> comply with them. If they don’t, decision will </a:t>
            </a:r>
            <a:r>
              <a:rPr lang="en-US" sz="1300" b="1" dirty="0"/>
              <a:t>not necessarily be void </a:t>
            </a:r>
            <a:r>
              <a:rPr lang="en-US" sz="1300" dirty="0"/>
              <a:t>(maybe </a:t>
            </a:r>
            <a:r>
              <a:rPr lang="en-US" sz="1300" b="1" dirty="0"/>
              <a:t>voidable</a:t>
            </a:r>
            <a:r>
              <a:rPr lang="en-US" sz="1300" dirty="0"/>
              <a:t>)</a:t>
            </a:r>
          </a:p>
          <a:p>
            <a:endParaRPr lang="en-US" sz="1300" dirty="0"/>
          </a:p>
          <a:p>
            <a:r>
              <a:rPr lang="en-US" sz="1300" dirty="0"/>
              <a:t>But the mandatory/directory dichotomy is only really a starting point – need to look at the whole statute, textually, contextually and purposively to decide whether failure to observe a procedure will render the decision invalid – </a:t>
            </a:r>
            <a:r>
              <a:rPr lang="en-US" sz="1300" i="1" dirty="0"/>
              <a:t>Project Blue Sky v Australian Broadcasting Authority</a:t>
            </a:r>
            <a:r>
              <a:rPr lang="en-US" sz="1300" dirty="0"/>
              <a:t> </a:t>
            </a:r>
            <a:r>
              <a:rPr lang="en-AU" sz="1300" dirty="0"/>
              <a:t>[1998] HCA 28 </a:t>
            </a:r>
            <a:endParaRPr lang="en-US" sz="1300" dirty="0"/>
          </a:p>
        </p:txBody>
      </p:sp>
    </p:spTree>
    <p:extLst>
      <p:ext uri="{BB962C8B-B14F-4D97-AF65-F5344CB8AC3E}">
        <p14:creationId xmlns:p14="http://schemas.microsoft.com/office/powerpoint/2010/main" val="395229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3289" y="326827"/>
            <a:ext cx="5586878" cy="616148"/>
          </a:xfrm>
        </p:spPr>
        <p:txBody>
          <a:bodyPr anchor="ctr">
            <a:normAutofit/>
          </a:bodyPr>
          <a:lstStyle/>
          <a:p>
            <a:r>
              <a:rPr lang="en-US" sz="2100" b="1" dirty="0"/>
              <a:t>Substantive Simple/Narrow Ultra Vires</a:t>
            </a:r>
            <a:endParaRPr lang="en-US" sz="2100" dirty="0"/>
          </a:p>
        </p:txBody>
      </p:sp>
      <p:sp>
        <p:nvSpPr>
          <p:cNvPr id="7" name="Content Placeholder 6"/>
          <p:cNvSpPr>
            <a:spLocks noGrp="1"/>
          </p:cNvSpPr>
          <p:nvPr>
            <p:ph sz="quarter" idx="11"/>
          </p:nvPr>
        </p:nvSpPr>
        <p:spPr>
          <a:xfrm>
            <a:off x="224027" y="1340016"/>
            <a:ext cx="5988800" cy="3487259"/>
          </a:xfrm>
        </p:spPr>
        <p:txBody>
          <a:bodyPr>
            <a:normAutofit fontScale="92500" lnSpcReduction="10000"/>
          </a:bodyPr>
          <a:lstStyle/>
          <a:p>
            <a:endParaRPr lang="en-US" sz="1300" b="1" dirty="0"/>
          </a:p>
          <a:p>
            <a:pPr marL="0" indent="0">
              <a:buNone/>
            </a:pPr>
            <a:r>
              <a:rPr lang="en-US" sz="1900" b="1" i="1" dirty="0"/>
              <a:t>London County Council v AG</a:t>
            </a:r>
            <a:r>
              <a:rPr lang="en-US" sz="1900" b="1" dirty="0"/>
              <a:t> [1902] AC 165</a:t>
            </a:r>
          </a:p>
          <a:p>
            <a:pPr marL="0" indent="0">
              <a:buNone/>
            </a:pPr>
            <a:endParaRPr lang="en-US" sz="1600" b="1" dirty="0"/>
          </a:p>
          <a:p>
            <a:pPr marL="0" indent="0">
              <a:buNone/>
            </a:pPr>
            <a:r>
              <a:rPr lang="en-US" sz="1600" b="1" dirty="0"/>
              <a:t>FACTS</a:t>
            </a:r>
            <a:r>
              <a:rPr lang="en-US" sz="1600" dirty="0"/>
              <a:t>: private bus companies in London Council operating trams wanted to run bus services saying Council was empowered by statute to permit buses. However, relevant statute only referred to tramways.</a:t>
            </a:r>
          </a:p>
          <a:p>
            <a:pPr marL="0" indent="0">
              <a:buNone/>
            </a:pPr>
            <a:r>
              <a:rPr lang="en-US" sz="1600" b="1" dirty="0"/>
              <a:t>HELD</a:t>
            </a:r>
            <a:r>
              <a:rPr lang="en-US" sz="1600" dirty="0"/>
              <a:t>: Council not empowered to run buses, only trams. It had no general powers and could only conduct activities </a:t>
            </a:r>
            <a:r>
              <a:rPr lang="en-US" sz="1600" b="1" dirty="0"/>
              <a:t>specifically and clearly </a:t>
            </a:r>
            <a:r>
              <a:rPr lang="en-US" sz="1600" b="1" dirty="0" err="1"/>
              <a:t>authorised</a:t>
            </a:r>
            <a:r>
              <a:rPr lang="en-US" sz="1600" b="1" dirty="0"/>
              <a:t> </a:t>
            </a:r>
            <a:r>
              <a:rPr lang="en-US" sz="1600" dirty="0"/>
              <a:t>in the statute. It didn’t matter that Council had general powers in relation to administering London-its powers were limited to matters within the scope of the statute which was limited to trams.</a:t>
            </a:r>
          </a:p>
          <a:p>
            <a:pPr marL="0" indent="0">
              <a:buNone/>
            </a:pPr>
            <a:endParaRPr lang="en-US" sz="1600" dirty="0"/>
          </a:p>
          <a:p>
            <a:pPr marL="0" indent="0">
              <a:buNone/>
            </a:pPr>
            <a:r>
              <a:rPr lang="en-US" sz="1300" dirty="0"/>
              <a:t>Bus circa 1902 (above)</a:t>
            </a:r>
          </a:p>
          <a:p>
            <a:pPr marL="0" indent="0">
              <a:buNone/>
            </a:pPr>
            <a:r>
              <a:rPr lang="en-US" sz="1300" dirty="0"/>
              <a:t>Tram circa 1902 (below)</a:t>
            </a:r>
          </a:p>
        </p:txBody>
      </p:sp>
      <p:pic>
        <p:nvPicPr>
          <p:cNvPr id="2" name="Picture 8" descr="Image result for london trams1902">
            <a:extLst>
              <a:ext uri="{FF2B5EF4-FFF2-40B4-BE49-F238E27FC236}">
                <a16:creationId xmlns:a16="http://schemas.microsoft.com/office/drawing/2014/main" id="{48C73811-15DD-5A1E-0619-BDA0B028ED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665" y="2979426"/>
            <a:ext cx="253733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london buses 1902">
            <a:extLst>
              <a:ext uri="{FF2B5EF4-FFF2-40B4-BE49-F238E27FC236}">
                <a16:creationId xmlns:a16="http://schemas.microsoft.com/office/drawing/2014/main" id="{86FAEB01-E9A2-80B0-266E-47D7BBBB98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6969" y="1355783"/>
            <a:ext cx="2534274" cy="1616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067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88581" y="326827"/>
            <a:ext cx="6030704" cy="616148"/>
          </a:xfrm>
        </p:spPr>
        <p:txBody>
          <a:bodyPr anchor="ctr">
            <a:normAutofit fontScale="90000"/>
          </a:bodyPr>
          <a:lstStyle/>
          <a:p>
            <a:r>
              <a:rPr lang="en-US" sz="2800" b="1" dirty="0"/>
              <a:t>Substantive Simple/Narrow Ultra Vires</a:t>
            </a:r>
            <a:br>
              <a:rPr lang="en-US" sz="2800" b="1" dirty="0"/>
            </a:br>
            <a:endParaRPr lang="en-US" sz="2600" dirty="0"/>
          </a:p>
        </p:txBody>
      </p:sp>
      <p:sp>
        <p:nvSpPr>
          <p:cNvPr id="7" name="Content Placeholder 6"/>
          <p:cNvSpPr>
            <a:spLocks noGrp="1"/>
          </p:cNvSpPr>
          <p:nvPr>
            <p:ph sz="quarter" idx="11"/>
          </p:nvPr>
        </p:nvSpPr>
        <p:spPr>
          <a:xfrm>
            <a:off x="588581" y="900038"/>
            <a:ext cx="5032455" cy="3916635"/>
          </a:xfrm>
        </p:spPr>
        <p:txBody>
          <a:bodyPr>
            <a:normAutofit lnSpcReduction="10000"/>
          </a:bodyPr>
          <a:lstStyle/>
          <a:p>
            <a:r>
              <a:rPr lang="en-US" sz="2200" b="1" i="1" dirty="0"/>
              <a:t>Foley v Padley (1984) </a:t>
            </a:r>
            <a:r>
              <a:rPr lang="en-US" sz="2200" b="1" dirty="0"/>
              <a:t>154 CLR 349</a:t>
            </a:r>
          </a:p>
          <a:p>
            <a:endParaRPr lang="en-US" sz="1000" dirty="0"/>
          </a:p>
          <a:p>
            <a:r>
              <a:rPr lang="en-US" sz="1600" b="1" dirty="0"/>
              <a:t>FACTS</a:t>
            </a:r>
            <a:r>
              <a:rPr lang="en-US" sz="1600" dirty="0"/>
              <a:t>: </a:t>
            </a:r>
          </a:p>
          <a:p>
            <a:pPr algn="just"/>
            <a:r>
              <a:rPr lang="en-US" sz="1600" dirty="0"/>
              <a:t>s.11 </a:t>
            </a:r>
            <a:r>
              <a:rPr lang="en-US" sz="1600" i="1" dirty="0"/>
              <a:t>Rundle Street Mall Act 1975 (SA) (enabling Act) </a:t>
            </a:r>
            <a:r>
              <a:rPr lang="en-US" sz="1600" dirty="0"/>
              <a:t>allowed by-laws to be made regulating, controlling, prohibiting </a:t>
            </a:r>
            <a:r>
              <a:rPr lang="en-US" sz="1600" i="1" dirty="0"/>
              <a:t>‘any activity in the mall …that in the opinion of the council, is likely to affect the use or enjoyment of the mall’.</a:t>
            </a:r>
            <a:r>
              <a:rPr lang="en-US" sz="1600" dirty="0"/>
              <a:t> </a:t>
            </a:r>
          </a:p>
          <a:p>
            <a:pPr algn="just"/>
            <a:r>
              <a:rPr lang="en-US" sz="1600" dirty="0"/>
              <a:t>A by-law was made by Council that said:</a:t>
            </a:r>
          </a:p>
          <a:p>
            <a:pPr marL="177800" algn="just"/>
            <a:r>
              <a:rPr lang="en-US" sz="1600" dirty="0"/>
              <a:t> </a:t>
            </a:r>
            <a:r>
              <a:rPr lang="en-US" sz="1600" i="1" dirty="0"/>
              <a:t>‘No person shall give out or distribute anything in the mall or its vicinity to any bystander or passerby…without the permission of the council’. </a:t>
            </a:r>
          </a:p>
          <a:p>
            <a:pPr algn="just"/>
            <a:r>
              <a:rPr lang="en-US" sz="1600" dirty="0"/>
              <a:t>Hare Krishnas were prosecuted for handing out pamphlets in the mall. The HKs argued the by-law itself was substantially UV (simple/narrow UV). </a:t>
            </a:r>
            <a:br>
              <a:rPr lang="en-US" sz="1600" dirty="0"/>
            </a:br>
            <a:endParaRPr lang="en-US" sz="1600" dirty="0"/>
          </a:p>
        </p:txBody>
      </p:sp>
      <p:pic>
        <p:nvPicPr>
          <p:cNvPr id="2" name="Picture 4" descr="Image result for hare krishnas in rundle mall">
            <a:extLst>
              <a:ext uri="{FF2B5EF4-FFF2-40B4-BE49-F238E27FC236}">
                <a16:creationId xmlns:a16="http://schemas.microsoft.com/office/drawing/2014/main" id="{4E5180F0-6AB9-D408-373C-951B65E99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0051" y="1059966"/>
            <a:ext cx="2653949" cy="4083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1136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273D2-3D39-CFCC-A6B0-5FEE424B74C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BAD577B-58B8-1252-2153-3CD8EE522255}"/>
              </a:ext>
            </a:extLst>
          </p:cNvPr>
          <p:cNvSpPr>
            <a:spLocks noGrp="1"/>
          </p:cNvSpPr>
          <p:nvPr>
            <p:ph type="ctrTitle"/>
          </p:nvPr>
        </p:nvSpPr>
        <p:spPr>
          <a:xfrm>
            <a:off x="588581" y="326827"/>
            <a:ext cx="6030704" cy="616148"/>
          </a:xfrm>
        </p:spPr>
        <p:txBody>
          <a:bodyPr anchor="ctr">
            <a:normAutofit fontScale="90000"/>
          </a:bodyPr>
          <a:lstStyle/>
          <a:p>
            <a:r>
              <a:rPr lang="en-US" sz="2800" b="1" dirty="0"/>
              <a:t>Substantive Simple/Narrow Ultra Vires</a:t>
            </a:r>
            <a:br>
              <a:rPr lang="en-US" sz="2800" b="1" dirty="0"/>
            </a:br>
            <a:endParaRPr lang="en-US" sz="2600" dirty="0"/>
          </a:p>
        </p:txBody>
      </p:sp>
      <p:sp>
        <p:nvSpPr>
          <p:cNvPr id="7" name="Content Placeholder 6">
            <a:extLst>
              <a:ext uri="{FF2B5EF4-FFF2-40B4-BE49-F238E27FC236}">
                <a16:creationId xmlns:a16="http://schemas.microsoft.com/office/drawing/2014/main" id="{21E5EA20-E6EF-471F-8344-AD6F3E6319B4}"/>
              </a:ext>
            </a:extLst>
          </p:cNvPr>
          <p:cNvSpPr>
            <a:spLocks noGrp="1"/>
          </p:cNvSpPr>
          <p:nvPr>
            <p:ph sz="quarter" idx="11"/>
          </p:nvPr>
        </p:nvSpPr>
        <p:spPr>
          <a:xfrm>
            <a:off x="588169" y="1059966"/>
            <a:ext cx="5032455" cy="4083533"/>
          </a:xfrm>
        </p:spPr>
        <p:txBody>
          <a:bodyPr>
            <a:normAutofit fontScale="77500" lnSpcReduction="20000"/>
          </a:bodyPr>
          <a:lstStyle/>
          <a:p>
            <a:r>
              <a:rPr lang="en-US" sz="2600" b="1" i="1" dirty="0"/>
              <a:t>Foley v Padley (1984) </a:t>
            </a:r>
            <a:r>
              <a:rPr lang="en-US" sz="2600" b="1" dirty="0"/>
              <a:t>154 CLR 349</a:t>
            </a:r>
          </a:p>
          <a:p>
            <a:r>
              <a:rPr lang="en-US" sz="2300" b="1" dirty="0"/>
              <a:t>FACTS (Continued):</a:t>
            </a:r>
          </a:p>
          <a:p>
            <a:r>
              <a:rPr lang="en-US" sz="1800" dirty="0"/>
              <a:t>The HK’s  argued that the by-law:</a:t>
            </a:r>
          </a:p>
          <a:p>
            <a:pPr marL="361950" indent="-180975"/>
            <a:r>
              <a:rPr lang="en-US" sz="1800" dirty="0"/>
              <a:t>1.  was too broad so that innocent activity that didn’t affect enjoyment might be prohibited such as a ‘mother giving sweets to her child’ or someone giving a cigarette to another (this was the 80s after all and you could smoke where you liked!)</a:t>
            </a:r>
          </a:p>
          <a:p>
            <a:pPr marL="361950" indent="-180975"/>
            <a:r>
              <a:rPr lang="en-US" sz="1800" dirty="0"/>
              <a:t>2.  interfered with a general legal right or liberty, in this case the freedom of expression, without an express intention to override that right in the enabling statute (this was about 10 years before a freedom of political communication was implied into the Constitution by the HC but there was still a principle of legality that abounded in statutory interpretation, and still does, which provides that an ambiguous statute or piece of delegated legislation should be interpreted in a manner which preserves human freedoms and rights such as freedom of speech or expression rather than in a manner that does not – unless the right is clearly excluded by the statute/delegated legislation )</a:t>
            </a:r>
          </a:p>
          <a:p>
            <a:pPr marL="361950" indent="-180975"/>
            <a:br>
              <a:rPr lang="en-US" sz="1000" dirty="0"/>
            </a:br>
            <a:endParaRPr lang="en-US" sz="1000" dirty="0"/>
          </a:p>
        </p:txBody>
      </p:sp>
      <p:pic>
        <p:nvPicPr>
          <p:cNvPr id="1026" name="Picture 2" descr="77 Woman Smoking Multiple Cigarettes Stock Photos, High-Res ...">
            <a:extLst>
              <a:ext uri="{FF2B5EF4-FFF2-40B4-BE49-F238E27FC236}">
                <a16:creationId xmlns:a16="http://schemas.microsoft.com/office/drawing/2014/main" id="{4576FCDE-E91B-0EA7-E327-59D6A8A46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5604" y="1272932"/>
            <a:ext cx="2848396" cy="3870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9996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77396-3383-96CA-C1D5-DD41E37B1C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63D96F6-28B4-B7BC-D43D-1CB1888287BA}"/>
              </a:ext>
            </a:extLst>
          </p:cNvPr>
          <p:cNvSpPr>
            <a:spLocks noGrp="1"/>
          </p:cNvSpPr>
          <p:nvPr>
            <p:ph type="ctrTitle"/>
          </p:nvPr>
        </p:nvSpPr>
        <p:spPr>
          <a:xfrm>
            <a:off x="588581" y="326827"/>
            <a:ext cx="6030704" cy="616148"/>
          </a:xfrm>
        </p:spPr>
        <p:txBody>
          <a:bodyPr anchor="ctr">
            <a:normAutofit fontScale="90000"/>
          </a:bodyPr>
          <a:lstStyle/>
          <a:p>
            <a:r>
              <a:rPr lang="en-US" sz="2800" b="1" dirty="0"/>
              <a:t>Substantive Simple/Narrow Ultra Vires</a:t>
            </a:r>
            <a:br>
              <a:rPr lang="en-US" sz="2800" b="1" dirty="0"/>
            </a:br>
            <a:endParaRPr lang="en-US" sz="2600" dirty="0"/>
          </a:p>
        </p:txBody>
      </p:sp>
      <p:sp>
        <p:nvSpPr>
          <p:cNvPr id="7" name="Content Placeholder 6">
            <a:extLst>
              <a:ext uri="{FF2B5EF4-FFF2-40B4-BE49-F238E27FC236}">
                <a16:creationId xmlns:a16="http://schemas.microsoft.com/office/drawing/2014/main" id="{C2F4B475-5F8D-37D0-C26F-8D48E06B3CF1}"/>
              </a:ext>
            </a:extLst>
          </p:cNvPr>
          <p:cNvSpPr>
            <a:spLocks noGrp="1"/>
          </p:cNvSpPr>
          <p:nvPr>
            <p:ph sz="quarter" idx="11"/>
          </p:nvPr>
        </p:nvSpPr>
        <p:spPr>
          <a:xfrm>
            <a:off x="588169" y="1059966"/>
            <a:ext cx="5032455" cy="4083533"/>
          </a:xfrm>
        </p:spPr>
        <p:txBody>
          <a:bodyPr>
            <a:normAutofit fontScale="77500" lnSpcReduction="20000"/>
          </a:bodyPr>
          <a:lstStyle/>
          <a:p>
            <a:r>
              <a:rPr lang="en-US" sz="2600" b="1" i="1" dirty="0"/>
              <a:t>Foley v Padley (1984) </a:t>
            </a:r>
            <a:r>
              <a:rPr lang="en-US" sz="2600" b="1" dirty="0"/>
              <a:t>154 CLR 349</a:t>
            </a:r>
          </a:p>
          <a:p>
            <a:r>
              <a:rPr lang="en-US" sz="2400" b="1" dirty="0"/>
              <a:t>HELD</a:t>
            </a:r>
            <a:r>
              <a:rPr lang="en-US" sz="2400" dirty="0"/>
              <a:t>: </a:t>
            </a:r>
          </a:p>
          <a:p>
            <a:r>
              <a:rPr lang="en-US" sz="2400" dirty="0"/>
              <a:t>By-law made by Council was valid.</a:t>
            </a:r>
          </a:p>
          <a:p>
            <a:pPr lvl="0" algn="just"/>
            <a:r>
              <a:rPr lang="en-US" sz="2400" dirty="0"/>
              <a:t>Gibbs J held that the </a:t>
            </a:r>
            <a:r>
              <a:rPr lang="en-AU" sz="2400" dirty="0"/>
              <a:t>intention of the by-law was to prevent the distribution of articles to members of the public who are </a:t>
            </a:r>
            <a:r>
              <a:rPr lang="en-AU" sz="2400" i="1" dirty="0"/>
              <a:t>unconnected</a:t>
            </a:r>
            <a:r>
              <a:rPr lang="en-AU" sz="2400" dirty="0"/>
              <a:t> with the person making the distribution, considering the fact that the by-law used terms such as ‘bystanders’ and ‘passers by’ and thus, interpreted in this way, the by-law did not seem to contravene the purpose of the Act in s11 regarding the effect on the use and the enjoyment of the mall. </a:t>
            </a:r>
          </a:p>
          <a:p>
            <a:pPr lvl="0" algn="just"/>
            <a:r>
              <a:rPr lang="en-AU" sz="2400" dirty="0"/>
              <a:t>Therefore, the by-law was not beyond the scope of the statute so could not be said to be not authorised by it.</a:t>
            </a:r>
          </a:p>
          <a:p>
            <a:pPr marL="361950" indent="-180975"/>
            <a:br>
              <a:rPr lang="en-US" sz="1000" dirty="0"/>
            </a:br>
            <a:endParaRPr lang="en-US" sz="1000" dirty="0"/>
          </a:p>
        </p:txBody>
      </p:sp>
    </p:spTree>
    <p:extLst>
      <p:ext uri="{BB962C8B-B14F-4D97-AF65-F5344CB8AC3E}">
        <p14:creationId xmlns:p14="http://schemas.microsoft.com/office/powerpoint/2010/main" val="2195935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69933" y="326827"/>
            <a:ext cx="6514089" cy="616148"/>
          </a:xfrm>
        </p:spPr>
        <p:txBody>
          <a:bodyPr anchor="ctr">
            <a:noAutofit/>
          </a:bodyPr>
          <a:lstStyle/>
          <a:p>
            <a:pPr marL="358775" lvl="1" indent="0">
              <a:buFontTx/>
              <a:buNone/>
            </a:pPr>
            <a:r>
              <a:rPr lang="en-US" sz="2000" b="1" dirty="0"/>
              <a:t>Substantive Simple/Narrow Ultra Vires</a:t>
            </a:r>
          </a:p>
        </p:txBody>
      </p:sp>
      <p:sp>
        <p:nvSpPr>
          <p:cNvPr id="7" name="Content Placeholder 6"/>
          <p:cNvSpPr>
            <a:spLocks noGrp="1"/>
          </p:cNvSpPr>
          <p:nvPr>
            <p:ph sz="quarter" idx="11"/>
          </p:nvPr>
        </p:nvSpPr>
        <p:spPr>
          <a:xfrm>
            <a:off x="1" y="1200149"/>
            <a:ext cx="5788404" cy="3679347"/>
          </a:xfrm>
        </p:spPr>
        <p:txBody>
          <a:bodyPr>
            <a:normAutofit fontScale="92500"/>
          </a:bodyPr>
          <a:lstStyle/>
          <a:p>
            <a:pPr marL="358775" lvl="1" indent="0">
              <a:buFontTx/>
              <a:buNone/>
            </a:pPr>
            <a:endParaRPr lang="en-US" sz="1300" b="1" dirty="0"/>
          </a:p>
          <a:p>
            <a:pPr marL="358775" lvl="1" indent="0">
              <a:buFontTx/>
              <a:buNone/>
            </a:pPr>
            <a:r>
              <a:rPr lang="en-US" sz="1900" b="1" i="1" dirty="0"/>
              <a:t>Shanahan v Scott (1957) 96 CLR 245 </a:t>
            </a:r>
            <a:endParaRPr lang="en-US" sz="1900" b="1" dirty="0"/>
          </a:p>
          <a:p>
            <a:pPr marL="358775" lvl="1" indent="0">
              <a:buFontTx/>
              <a:buNone/>
            </a:pPr>
            <a:endParaRPr lang="en-US" sz="1300" dirty="0"/>
          </a:p>
          <a:p>
            <a:pPr marL="358775" lvl="1" indent="0">
              <a:buFontTx/>
              <a:buNone/>
            </a:pPr>
            <a:r>
              <a:rPr lang="en-US" sz="1300" b="1" dirty="0"/>
              <a:t>FACTS:</a:t>
            </a:r>
          </a:p>
          <a:p>
            <a:pPr marL="358775" lvl="1" indent="0">
              <a:buFontTx/>
              <a:buNone/>
            </a:pPr>
            <a:r>
              <a:rPr lang="en-US" sz="1300" dirty="0"/>
              <a:t>The Egg Marketing Board in Victoria passed Regulation 44 making it an offence to store eggs refrigerated or in cold storage. Eggs sourced from NSW by a supplier were refrigerated and Regulation 34 was enforced against them.</a:t>
            </a:r>
            <a:endParaRPr lang="en-US" sz="1300" i="1" dirty="0"/>
          </a:p>
          <a:p>
            <a:pPr lvl="1">
              <a:buFontTx/>
              <a:buNone/>
            </a:pPr>
            <a:endParaRPr lang="en-US" sz="1300" b="1" i="1" dirty="0"/>
          </a:p>
          <a:p>
            <a:pPr lvl="2"/>
            <a:r>
              <a:rPr lang="en-AU" sz="1300" u="sng" dirty="0"/>
              <a:t>s 43</a:t>
            </a:r>
            <a:r>
              <a:rPr lang="en-AU" sz="1300" dirty="0"/>
              <a:t> </a:t>
            </a:r>
            <a:r>
              <a:rPr lang="en-AU" sz="1300" i="1" dirty="0"/>
              <a:t>Marketing of Primary Products Act </a:t>
            </a:r>
            <a:r>
              <a:rPr lang="en-AU" sz="1300" dirty="0"/>
              <a:t>(Vic) authorised the making of regs “necessary or expedient” for giving effect to the Act.</a:t>
            </a:r>
          </a:p>
          <a:p>
            <a:pPr lvl="2"/>
            <a:r>
              <a:rPr lang="en-AU" sz="1300" u="sng" dirty="0"/>
              <a:t>Reg 44</a:t>
            </a:r>
            <a:r>
              <a:rPr lang="en-AU" sz="1300" dirty="0"/>
              <a:t> prohibited any eggs in cold storage without the Board’s consent</a:t>
            </a:r>
            <a:endParaRPr lang="en-AU" sz="1300" b="1" dirty="0"/>
          </a:p>
          <a:p>
            <a:pPr marL="358775" lvl="2" indent="0">
              <a:buFontTx/>
              <a:buNone/>
            </a:pPr>
            <a:r>
              <a:rPr lang="en-AU" sz="1300" b="1" dirty="0"/>
              <a:t>HELD:</a:t>
            </a:r>
          </a:p>
          <a:p>
            <a:pPr marL="358775" lvl="2" indent="0">
              <a:buFontTx/>
              <a:buNone/>
            </a:pPr>
            <a:r>
              <a:rPr lang="en-AU" sz="1300" b="1" u="sng" dirty="0"/>
              <a:t>The Regulations were  ultra vires</a:t>
            </a:r>
            <a:r>
              <a:rPr lang="en-AU" sz="1300" b="1" dirty="0"/>
              <a:t> </a:t>
            </a:r>
            <a:r>
              <a:rPr lang="en-AU" sz="1300" dirty="0"/>
              <a:t>as outside the purposes of the Act which were concerned with </a:t>
            </a:r>
            <a:r>
              <a:rPr lang="en-AU" sz="1300" i="1" dirty="0"/>
              <a:t>marketing</a:t>
            </a:r>
            <a:r>
              <a:rPr lang="en-AU" sz="1300" dirty="0"/>
              <a:t> of Vic eggs, not the handling of eggs, nor eggs as in this case from another State. The regulations </a:t>
            </a:r>
            <a:r>
              <a:rPr lang="en-AU" sz="1300" i="1" dirty="0"/>
              <a:t>must only complement, not supplement</a:t>
            </a:r>
            <a:r>
              <a:rPr lang="en-AU" sz="1300" dirty="0"/>
              <a:t> the Act.</a:t>
            </a:r>
          </a:p>
          <a:p>
            <a:pPr marL="361950" indent="-361950"/>
            <a:r>
              <a:rPr lang="en-US" sz="1300" dirty="0"/>
              <a:t>	</a:t>
            </a:r>
          </a:p>
        </p:txBody>
      </p:sp>
      <p:pic>
        <p:nvPicPr>
          <p:cNvPr id="2" name="Picture 2" descr="Image result for egg marketing board">
            <a:extLst>
              <a:ext uri="{FF2B5EF4-FFF2-40B4-BE49-F238E27FC236}">
                <a16:creationId xmlns:a16="http://schemas.microsoft.com/office/drawing/2014/main" id="{62DD9862-EA8E-CAC1-7008-713ADD58D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110818"/>
            <a:ext cx="2895600" cy="4032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6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80325" y="326827"/>
            <a:ext cx="6327972" cy="616148"/>
          </a:xfrm>
        </p:spPr>
        <p:txBody>
          <a:bodyPr anchor="ctr">
            <a:normAutofit/>
          </a:bodyPr>
          <a:lstStyle/>
          <a:p>
            <a:pPr marL="582930" lvl="2" indent="0">
              <a:buNone/>
            </a:pPr>
            <a:r>
              <a:rPr lang="en-US" sz="2000" b="1" dirty="0"/>
              <a:t>Substantive Simple/Narrow Ultra Vires</a:t>
            </a:r>
          </a:p>
        </p:txBody>
      </p:sp>
      <p:sp>
        <p:nvSpPr>
          <p:cNvPr id="7" name="Content Placeholder 6"/>
          <p:cNvSpPr>
            <a:spLocks noGrp="1"/>
          </p:cNvSpPr>
          <p:nvPr>
            <p:ph type="body" sz="quarter" idx="17"/>
          </p:nvPr>
        </p:nvSpPr>
        <p:spPr>
          <a:xfrm>
            <a:off x="-299405" y="1108610"/>
            <a:ext cx="7331384" cy="3884176"/>
          </a:xfrm>
        </p:spPr>
        <p:txBody>
          <a:bodyPr>
            <a:normAutofit/>
          </a:bodyPr>
          <a:lstStyle/>
          <a:p>
            <a:pPr marL="582930" lvl="2" indent="0">
              <a:buNone/>
            </a:pPr>
            <a:endParaRPr lang="en-US" sz="1200" b="1" dirty="0"/>
          </a:p>
          <a:p>
            <a:pPr marL="582930" lvl="2" indent="0">
              <a:buNone/>
            </a:pPr>
            <a:r>
              <a:rPr lang="en-US" sz="2000" b="1" i="1" dirty="0"/>
              <a:t>Swan Hill Corp v Bradbury</a:t>
            </a:r>
            <a:r>
              <a:rPr lang="en-US" sz="2000" b="1" dirty="0"/>
              <a:t> (1937) 56 CLR 746</a:t>
            </a:r>
          </a:p>
          <a:p>
            <a:pPr marL="582930" lvl="2" indent="0">
              <a:buNone/>
            </a:pPr>
            <a:endParaRPr lang="en-US" sz="1600" b="1" dirty="0"/>
          </a:p>
          <a:p>
            <a:pPr marL="582930" lvl="2" indent="0">
              <a:buNone/>
            </a:pPr>
            <a:r>
              <a:rPr lang="en-US" sz="1600" b="1" dirty="0"/>
              <a:t>FACTS:</a:t>
            </a:r>
          </a:p>
          <a:p>
            <a:pPr marL="582930" lvl="2" indent="0">
              <a:buNone/>
            </a:pPr>
            <a:endParaRPr lang="en-US" sz="1600" b="1" dirty="0"/>
          </a:p>
          <a:p>
            <a:pPr marL="803275" lvl="3"/>
            <a:r>
              <a:rPr lang="en-US" sz="1600" u="sng" dirty="0"/>
              <a:t>s 198 Vic Local Govt Act </a:t>
            </a:r>
            <a:r>
              <a:rPr lang="en-US" sz="1600" dirty="0"/>
              <a:t>empowered the Council to make bylaws for  regulating and restraining the erection and construction of buildings</a:t>
            </a:r>
          </a:p>
          <a:p>
            <a:pPr marL="803275" lvl="3"/>
            <a:r>
              <a:rPr lang="en-US" sz="1600" u="sng" dirty="0"/>
              <a:t>A bylaw </a:t>
            </a:r>
            <a:r>
              <a:rPr lang="en-US" sz="1600" dirty="0"/>
              <a:t>prohibited the erection of any building unless approval of Council given.</a:t>
            </a:r>
          </a:p>
          <a:p>
            <a:pPr marL="803275" lvl="3">
              <a:buFontTx/>
              <a:buNone/>
            </a:pPr>
            <a:endParaRPr lang="en-US" sz="1600" b="1" dirty="0"/>
          </a:p>
          <a:p>
            <a:pPr marL="630238" lvl="3">
              <a:buFontTx/>
              <a:buNone/>
            </a:pPr>
            <a:r>
              <a:rPr lang="en-US" sz="1600" b="1" dirty="0"/>
              <a:t>	HELD:</a:t>
            </a:r>
          </a:p>
          <a:p>
            <a:pPr marL="630238" lvl="3">
              <a:buFontTx/>
              <a:buNone/>
            </a:pPr>
            <a:endParaRPr lang="en-US" sz="1600" b="1" dirty="0"/>
          </a:p>
          <a:p>
            <a:pPr marL="630238" lvl="3">
              <a:buFontTx/>
              <a:buNone/>
            </a:pPr>
            <a:r>
              <a:rPr lang="en-US" sz="1600" b="1" dirty="0"/>
              <a:t>	Regulation invalid. </a:t>
            </a:r>
            <a:r>
              <a:rPr lang="en-US" sz="1600" dirty="0"/>
              <a:t>‘</a:t>
            </a:r>
            <a:r>
              <a:rPr lang="en-US" sz="1600" i="1" dirty="0"/>
              <a:t>Regulate’ does not mean ‘prohibit’</a:t>
            </a:r>
          </a:p>
          <a:p>
            <a:endParaRPr lang="en-US" sz="1200" dirty="0"/>
          </a:p>
        </p:txBody>
      </p:sp>
    </p:spTree>
    <p:extLst>
      <p:ext uri="{BB962C8B-B14F-4D97-AF65-F5344CB8AC3E}">
        <p14:creationId xmlns:p14="http://schemas.microsoft.com/office/powerpoint/2010/main" val="652435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72827" y="326827"/>
            <a:ext cx="5772994" cy="616148"/>
          </a:xfrm>
        </p:spPr>
        <p:txBody>
          <a:bodyPr anchor="ctr">
            <a:normAutofit/>
          </a:bodyPr>
          <a:lstStyle/>
          <a:p>
            <a:pPr marL="582930" lvl="2" indent="0">
              <a:buNone/>
            </a:pPr>
            <a:r>
              <a:rPr lang="en-US" sz="2000" b="1" dirty="0"/>
              <a:t>Substantive Simple/Narrow Ultra Vires</a:t>
            </a:r>
          </a:p>
        </p:txBody>
      </p:sp>
      <p:sp>
        <p:nvSpPr>
          <p:cNvPr id="7" name="Content Placeholder 6"/>
          <p:cNvSpPr>
            <a:spLocks noGrp="1"/>
          </p:cNvSpPr>
          <p:nvPr>
            <p:ph sz="quarter" idx="11"/>
          </p:nvPr>
        </p:nvSpPr>
        <p:spPr>
          <a:xfrm>
            <a:off x="-72828" y="1200150"/>
            <a:ext cx="6740665" cy="3452770"/>
          </a:xfrm>
        </p:spPr>
        <p:txBody>
          <a:bodyPr>
            <a:normAutofit fontScale="92500"/>
          </a:bodyPr>
          <a:lstStyle/>
          <a:p>
            <a:pPr marL="582930" lvl="2" indent="0">
              <a:buNone/>
            </a:pPr>
            <a:r>
              <a:rPr lang="en-US" sz="1900" b="1" i="1" dirty="0"/>
              <a:t>Utah Constructions and Engineering Pty Ltd </a:t>
            </a:r>
            <a:r>
              <a:rPr lang="en-US" sz="1900" b="1" dirty="0"/>
              <a:t>[1966] AC 629</a:t>
            </a:r>
          </a:p>
          <a:p>
            <a:pPr marL="582930" lvl="2" indent="0">
              <a:buNone/>
            </a:pPr>
            <a:endParaRPr lang="en-US" sz="1600" b="1" dirty="0"/>
          </a:p>
          <a:p>
            <a:pPr marL="582930" lvl="2" indent="0">
              <a:buNone/>
            </a:pPr>
            <a:r>
              <a:rPr lang="en-US" sz="1600" b="1" dirty="0"/>
              <a:t>FACTS:</a:t>
            </a:r>
          </a:p>
          <a:p>
            <a:pPr marL="985838" lvl="3" indent="-355600"/>
            <a:r>
              <a:rPr lang="en-US" sz="1600" dirty="0"/>
              <a:t>Act conferred power to make regulations ‘relating to the safeguards and measures to be taken for the safety and health of persons engaged in….. excavation work’</a:t>
            </a:r>
          </a:p>
          <a:p>
            <a:pPr marL="985838" lvl="3" indent="-355600"/>
            <a:r>
              <a:rPr lang="en-US" sz="1600" dirty="0"/>
              <a:t>Regulation provided that ‘Every drive and tunnel shall be securely protected and made safe for persons employed therein’.</a:t>
            </a:r>
          </a:p>
          <a:p>
            <a:pPr marL="985838" lvl="3" indent="-355600">
              <a:buFontTx/>
              <a:buNone/>
            </a:pPr>
            <a:endParaRPr lang="en-US" sz="1600" b="1" dirty="0"/>
          </a:p>
          <a:p>
            <a:pPr marL="717550" lvl="3" indent="0">
              <a:buFontTx/>
              <a:buNone/>
            </a:pPr>
            <a:r>
              <a:rPr lang="en-US" sz="1600" b="1" dirty="0"/>
              <a:t>HELD:</a:t>
            </a:r>
          </a:p>
          <a:p>
            <a:pPr marL="717550" lvl="3" indent="0">
              <a:buFontTx/>
              <a:buNone/>
            </a:pPr>
            <a:r>
              <a:rPr lang="en-US" sz="1600" b="1" dirty="0"/>
              <a:t>Regulation invalid. </a:t>
            </a:r>
            <a:r>
              <a:rPr lang="en-US" sz="1600" dirty="0"/>
              <a:t>The court observed (at p 641) that ‘the power conferred by [the Act] related only to the means of achieving an end and not to the creation of an end in itself’. Therefore, there is </a:t>
            </a:r>
            <a:r>
              <a:rPr lang="en-US" sz="1600" i="1" dirty="0"/>
              <a:t>a distinction between regulating for means and regulating for ends</a:t>
            </a:r>
            <a:r>
              <a:rPr lang="en-US" sz="1600" dirty="0"/>
              <a:t>. </a:t>
            </a:r>
          </a:p>
          <a:p>
            <a:endParaRPr lang="en-US" sz="1600" dirty="0"/>
          </a:p>
        </p:txBody>
      </p:sp>
    </p:spTree>
    <p:extLst>
      <p:ext uri="{BB962C8B-B14F-4D97-AF65-F5344CB8AC3E}">
        <p14:creationId xmlns:p14="http://schemas.microsoft.com/office/powerpoint/2010/main" val="1184801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72828" y="326827"/>
            <a:ext cx="8529005" cy="616148"/>
          </a:xfrm>
        </p:spPr>
        <p:txBody>
          <a:bodyPr anchor="ctr">
            <a:noAutofit/>
          </a:bodyPr>
          <a:lstStyle/>
          <a:p>
            <a:pPr marL="582930" lvl="2" indent="0" algn="l">
              <a:lnSpc>
                <a:spcPct val="90000"/>
              </a:lnSpc>
              <a:buNone/>
            </a:pPr>
            <a:r>
              <a:rPr lang="en-US" sz="2000" b="1" dirty="0">
                <a:solidFill>
                  <a:schemeClr val="tx1"/>
                </a:solidFill>
              </a:rPr>
              <a:t>Challenging Legislative Decisions (delegated legislation)</a:t>
            </a:r>
          </a:p>
        </p:txBody>
      </p:sp>
      <p:sp>
        <p:nvSpPr>
          <p:cNvPr id="7" name="Content Placeholder 6"/>
          <p:cNvSpPr>
            <a:spLocks noGrp="1"/>
          </p:cNvSpPr>
          <p:nvPr>
            <p:ph sz="quarter" idx="11"/>
          </p:nvPr>
        </p:nvSpPr>
        <p:spPr>
          <a:xfrm>
            <a:off x="588169" y="1200150"/>
            <a:ext cx="6894811" cy="3264694"/>
          </a:xfrm>
        </p:spPr>
        <p:txBody>
          <a:bodyPr>
            <a:normAutofit lnSpcReduction="10000"/>
          </a:bodyPr>
          <a:lstStyle/>
          <a:p>
            <a:endParaRPr lang="en-AU" dirty="0"/>
          </a:p>
          <a:p>
            <a:r>
              <a:rPr lang="en-AU" dirty="0"/>
              <a:t>Note: the last four cases discussed, </a:t>
            </a:r>
            <a:r>
              <a:rPr lang="en-AU" i="1" dirty="0"/>
              <a:t>Foley v Padbury, Shanahan v Scott, Swan Hill Corp v Bradbury </a:t>
            </a:r>
            <a:r>
              <a:rPr lang="en-AU" dirty="0"/>
              <a:t>and</a:t>
            </a:r>
            <a:r>
              <a:rPr lang="en-AU" i="1" dirty="0"/>
              <a:t> Utah Constructions and Engineering Pty Ltd v Pataky </a:t>
            </a:r>
            <a:r>
              <a:rPr lang="en-AU" dirty="0"/>
              <a:t>involve challenge to a legislative decision (</a:t>
            </a:r>
            <a:r>
              <a:rPr lang="en-AU" dirty="0" err="1"/>
              <a:t>ie</a:t>
            </a:r>
            <a:r>
              <a:rPr lang="en-AU" dirty="0"/>
              <a:t> a piece of delegated legislation) not an administrative decision, so would not come under the ADJR Act but under common law (s39B </a:t>
            </a:r>
            <a:r>
              <a:rPr lang="en-AU" i="1" dirty="0"/>
              <a:t>Judiciary Act 1903</a:t>
            </a:r>
            <a:r>
              <a:rPr lang="en-AU" dirty="0"/>
              <a:t>(</a:t>
            </a:r>
            <a:r>
              <a:rPr lang="en-AU" dirty="0" err="1"/>
              <a:t>Cth</a:t>
            </a:r>
            <a:r>
              <a:rPr lang="en-AU" dirty="0"/>
              <a:t>)),</a:t>
            </a:r>
          </a:p>
          <a:p>
            <a:r>
              <a:rPr lang="en-AU" dirty="0"/>
              <a:t>However, the principles are the same for administrative decisions – if they are made outside the scope of the Act, they are void</a:t>
            </a:r>
          </a:p>
          <a:p>
            <a:endParaRPr lang="en-US" dirty="0"/>
          </a:p>
        </p:txBody>
      </p:sp>
    </p:spTree>
    <p:extLst>
      <p:ext uri="{BB962C8B-B14F-4D97-AF65-F5344CB8AC3E}">
        <p14:creationId xmlns:p14="http://schemas.microsoft.com/office/powerpoint/2010/main" val="3156481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EA0A3-A2D2-BE1D-DD0A-001C74CA513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2157BE9-D143-3CF2-521D-C81A800E166C}"/>
              </a:ext>
            </a:extLst>
          </p:cNvPr>
          <p:cNvSpPr>
            <a:spLocks noGrp="1"/>
          </p:cNvSpPr>
          <p:nvPr>
            <p:ph type="ctrTitle"/>
          </p:nvPr>
        </p:nvSpPr>
        <p:spPr>
          <a:xfrm>
            <a:off x="588169" y="326827"/>
            <a:ext cx="6894812" cy="616148"/>
          </a:xfrm>
        </p:spPr>
        <p:txBody>
          <a:bodyPr anchor="ctr">
            <a:noAutofit/>
          </a:bodyPr>
          <a:lstStyle/>
          <a:p>
            <a:r>
              <a:rPr lang="en-US" sz="2400" b="1" dirty="0"/>
              <a:t>Procedural Simple Ultra Vires</a:t>
            </a:r>
          </a:p>
        </p:txBody>
      </p:sp>
      <p:sp>
        <p:nvSpPr>
          <p:cNvPr id="7" name="Content Placeholder 6">
            <a:extLst>
              <a:ext uri="{FF2B5EF4-FFF2-40B4-BE49-F238E27FC236}">
                <a16:creationId xmlns:a16="http://schemas.microsoft.com/office/drawing/2014/main" id="{03EF74B9-6482-7585-CF84-032C8163066E}"/>
              </a:ext>
            </a:extLst>
          </p:cNvPr>
          <p:cNvSpPr>
            <a:spLocks noGrp="1"/>
          </p:cNvSpPr>
          <p:nvPr>
            <p:ph sz="quarter" idx="11"/>
          </p:nvPr>
        </p:nvSpPr>
        <p:spPr>
          <a:xfrm>
            <a:off x="588169" y="942975"/>
            <a:ext cx="6225325" cy="3521869"/>
          </a:xfrm>
        </p:spPr>
        <p:txBody>
          <a:bodyPr>
            <a:normAutofit fontScale="92500" lnSpcReduction="10000"/>
          </a:bodyPr>
          <a:lstStyle/>
          <a:p>
            <a:endParaRPr lang="en-AU" dirty="0"/>
          </a:p>
          <a:p>
            <a:pPr algn="just"/>
            <a:r>
              <a:rPr lang="en-AU" dirty="0"/>
              <a:t>This ground focuses on the processes followed regarding a decision made rather than the subject matter it addresses. Thus, failure to follow a particular prescribed step in making a decision could result in that decision being void and ultra vires in the narrow/simple sense as if such a decision was never made. This usually relates to an administrative decision but could relate to a legislative decision if a piece of delegated legislation must follow a –particular process in the making of it such as gazetting or tabling in parliament (although we saw in the lecture on delegated legislation, failure to consult and other steps in the making of DL is saved by statute such as the Legislation Act 2003 rather than being considered fatal).</a:t>
            </a:r>
          </a:p>
          <a:p>
            <a:endParaRPr lang="en-AU" dirty="0"/>
          </a:p>
          <a:p>
            <a:endParaRPr lang="en-US" dirty="0"/>
          </a:p>
        </p:txBody>
      </p:sp>
    </p:spTree>
    <p:extLst>
      <p:ext uri="{BB962C8B-B14F-4D97-AF65-F5344CB8AC3E}">
        <p14:creationId xmlns:p14="http://schemas.microsoft.com/office/powerpoint/2010/main" val="3399805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6FBE2-B678-9F0D-2DCE-407B2A0BDF5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10D0F93-2263-3EBB-D333-53A74F6F58F8}"/>
              </a:ext>
            </a:extLst>
          </p:cNvPr>
          <p:cNvSpPr>
            <a:spLocks noGrp="1"/>
          </p:cNvSpPr>
          <p:nvPr>
            <p:ph type="ctrTitle"/>
          </p:nvPr>
        </p:nvSpPr>
        <p:spPr>
          <a:xfrm>
            <a:off x="588169" y="326827"/>
            <a:ext cx="6894812" cy="616148"/>
          </a:xfrm>
        </p:spPr>
        <p:txBody>
          <a:bodyPr anchor="ctr">
            <a:noAutofit/>
          </a:bodyPr>
          <a:lstStyle/>
          <a:p>
            <a:r>
              <a:rPr lang="en-US" sz="2400" b="1" dirty="0"/>
              <a:t>Procedural Simple Ultra Vires</a:t>
            </a:r>
          </a:p>
        </p:txBody>
      </p:sp>
      <p:sp>
        <p:nvSpPr>
          <p:cNvPr id="7" name="Content Placeholder 6">
            <a:extLst>
              <a:ext uri="{FF2B5EF4-FFF2-40B4-BE49-F238E27FC236}">
                <a16:creationId xmlns:a16="http://schemas.microsoft.com/office/drawing/2014/main" id="{64651255-D7D7-09E2-C1EA-0CF79921212F}"/>
              </a:ext>
            </a:extLst>
          </p:cNvPr>
          <p:cNvSpPr>
            <a:spLocks noGrp="1"/>
          </p:cNvSpPr>
          <p:nvPr>
            <p:ph sz="quarter" idx="11"/>
          </p:nvPr>
        </p:nvSpPr>
        <p:spPr>
          <a:xfrm>
            <a:off x="588169" y="942975"/>
            <a:ext cx="6225325" cy="3521869"/>
          </a:xfrm>
        </p:spPr>
        <p:txBody>
          <a:bodyPr>
            <a:normAutofit lnSpcReduction="10000"/>
          </a:bodyPr>
          <a:lstStyle/>
          <a:p>
            <a:endParaRPr lang="en-AU" dirty="0"/>
          </a:p>
          <a:p>
            <a:pPr algn="just"/>
            <a:r>
              <a:rPr lang="en-AU" sz="1900" dirty="0"/>
              <a:t>As mentioned in a previous slide, a good rule of thumb is to look at the language used to express the procedural requirement and ask whether it is expressed in language that is mandatory or directory, although the </a:t>
            </a:r>
            <a:r>
              <a:rPr lang="en-AU" sz="1900" i="1" dirty="0"/>
              <a:t>Project Blue Sky case </a:t>
            </a:r>
            <a:r>
              <a:rPr lang="en-AU" sz="1900" dirty="0"/>
              <a:t>(also referred to in a previous slide) reminds us the correct approach has really been to always look at the whole statute (the text, context and purpose) not just the words used when deciding whether a provision prescribing a particular procedure must be followed or give rise to fatal consequences if not. This is perfectly illustrated in </a:t>
            </a:r>
            <a:r>
              <a:rPr lang="en-US" sz="1900" b="1" i="1" dirty="0"/>
              <a:t>ABC v </a:t>
            </a:r>
            <a:r>
              <a:rPr lang="en-US" sz="1900" b="1" i="1" dirty="0" err="1"/>
              <a:t>Redmore</a:t>
            </a:r>
            <a:r>
              <a:rPr lang="en-US" sz="1900" b="1" i="1" dirty="0"/>
              <a:t> Pty Ltd </a:t>
            </a:r>
            <a:r>
              <a:rPr lang="en-US" sz="1900" dirty="0"/>
              <a:t>(1989) 166 CLR 454 (see next slide), a decision handed down before the </a:t>
            </a:r>
            <a:r>
              <a:rPr lang="en-US" sz="1900" i="1" dirty="0"/>
              <a:t>Project Blue Sky case. </a:t>
            </a:r>
            <a:endParaRPr lang="en-US" sz="1900" dirty="0"/>
          </a:p>
          <a:p>
            <a:endParaRPr lang="en-AU" dirty="0"/>
          </a:p>
          <a:p>
            <a:endParaRPr lang="en-AU" dirty="0"/>
          </a:p>
          <a:p>
            <a:endParaRPr lang="en-US" dirty="0"/>
          </a:p>
        </p:txBody>
      </p:sp>
    </p:spTree>
    <p:extLst>
      <p:ext uri="{BB962C8B-B14F-4D97-AF65-F5344CB8AC3E}">
        <p14:creationId xmlns:p14="http://schemas.microsoft.com/office/powerpoint/2010/main" val="905719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B320C-BB04-C62D-C374-13B8038550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935A8C0-5036-CA26-F905-618FA9C8E422}"/>
              </a:ext>
            </a:extLst>
          </p:cNvPr>
          <p:cNvSpPr>
            <a:spLocks noGrp="1"/>
          </p:cNvSpPr>
          <p:nvPr>
            <p:ph type="ctrTitle"/>
          </p:nvPr>
        </p:nvSpPr>
        <p:spPr>
          <a:xfrm>
            <a:off x="588169" y="326827"/>
            <a:ext cx="6894812" cy="616148"/>
          </a:xfrm>
        </p:spPr>
        <p:txBody>
          <a:bodyPr anchor="ctr">
            <a:noAutofit/>
          </a:bodyPr>
          <a:lstStyle/>
          <a:p>
            <a:r>
              <a:rPr lang="en-US" sz="2400" b="1" dirty="0"/>
              <a:t>Procedural Simple Ultra Vires</a:t>
            </a:r>
          </a:p>
        </p:txBody>
      </p:sp>
      <p:sp>
        <p:nvSpPr>
          <p:cNvPr id="7" name="Content Placeholder 6">
            <a:extLst>
              <a:ext uri="{FF2B5EF4-FFF2-40B4-BE49-F238E27FC236}">
                <a16:creationId xmlns:a16="http://schemas.microsoft.com/office/drawing/2014/main" id="{ED336A50-5B72-E2AC-AA2B-5D8F1A43ECBD}"/>
              </a:ext>
            </a:extLst>
          </p:cNvPr>
          <p:cNvSpPr>
            <a:spLocks noGrp="1"/>
          </p:cNvSpPr>
          <p:nvPr>
            <p:ph sz="quarter" idx="11"/>
          </p:nvPr>
        </p:nvSpPr>
        <p:spPr>
          <a:xfrm>
            <a:off x="588169" y="942975"/>
            <a:ext cx="6225325" cy="3521869"/>
          </a:xfrm>
        </p:spPr>
        <p:txBody>
          <a:bodyPr>
            <a:normAutofit fontScale="77500" lnSpcReduction="20000"/>
          </a:bodyPr>
          <a:lstStyle/>
          <a:p>
            <a:endParaRPr lang="en-AU" dirty="0"/>
          </a:p>
          <a:p>
            <a:r>
              <a:rPr lang="en-US" sz="3200" b="1" i="1" dirty="0"/>
              <a:t>ABC v </a:t>
            </a:r>
            <a:r>
              <a:rPr lang="en-US" sz="3200" b="1" i="1" dirty="0" err="1"/>
              <a:t>Redmore</a:t>
            </a:r>
            <a:r>
              <a:rPr lang="en-US" sz="3200" b="1" i="1" dirty="0"/>
              <a:t> Pty Ltd </a:t>
            </a:r>
            <a:r>
              <a:rPr lang="en-US" sz="3200" dirty="0"/>
              <a:t>(1989) 166 CLR 454</a:t>
            </a:r>
          </a:p>
          <a:p>
            <a:r>
              <a:rPr lang="en-US" b="1" dirty="0"/>
              <a:t>FACTS:</a:t>
            </a:r>
          </a:p>
          <a:p>
            <a:pPr algn="just"/>
            <a:r>
              <a:rPr lang="en-US" sz="2000" dirty="0"/>
              <a:t>s 70 ABC Act (</a:t>
            </a:r>
            <a:r>
              <a:rPr lang="en-US" sz="2000" dirty="0" err="1"/>
              <a:t>Cth</a:t>
            </a:r>
            <a:r>
              <a:rPr lang="en-US" sz="2000" dirty="0"/>
              <a:t>) provided: “The ABC shall not, without the approval of the Minister – (a) enter into a contract ..[of a certain kind]</a:t>
            </a:r>
          </a:p>
          <a:p>
            <a:pPr algn="just"/>
            <a:r>
              <a:rPr lang="en-US" sz="2000" dirty="0"/>
              <a:t>Did a failure to obtain ministerial approval render a contract invalid?</a:t>
            </a:r>
          </a:p>
          <a:p>
            <a:pPr algn="just"/>
            <a:r>
              <a:rPr lang="en-US" sz="2000" b="1" dirty="0"/>
              <a:t>HELD:</a:t>
            </a:r>
            <a:r>
              <a:rPr lang="en-US" sz="2000" dirty="0"/>
              <a:t> </a:t>
            </a:r>
          </a:p>
          <a:p>
            <a:pPr algn="just"/>
            <a:r>
              <a:rPr lang="en-US" sz="2000" dirty="0"/>
              <a:t>No - the need for the Minister’s approval in this case was only “directory” … (not mandatory). These words appeared pretty straight forward (mandatory on their face) but depend on the whole of the Act, the context, the functions of decision maker, </a:t>
            </a:r>
            <a:r>
              <a:rPr lang="en-US" sz="2000" dirty="0" err="1"/>
              <a:t>etc</a:t>
            </a:r>
            <a:r>
              <a:rPr lang="en-US" sz="2000" dirty="0"/>
              <a:t> – more than just literal meaning of words, so the wording of s70 considered in this broader sense yielded a meaning that was directory rather than mandatory.</a:t>
            </a:r>
            <a:endParaRPr lang="en-AU" dirty="0"/>
          </a:p>
          <a:p>
            <a:endParaRPr lang="en-AU" dirty="0"/>
          </a:p>
          <a:p>
            <a:endParaRPr lang="en-US" dirty="0"/>
          </a:p>
        </p:txBody>
      </p:sp>
    </p:spTree>
    <p:extLst>
      <p:ext uri="{BB962C8B-B14F-4D97-AF65-F5344CB8AC3E}">
        <p14:creationId xmlns:p14="http://schemas.microsoft.com/office/powerpoint/2010/main" val="2748699405"/>
      </p:ext>
    </p:extLst>
  </p:cSld>
  <p:clrMapOvr>
    <a:masterClrMapping/>
  </p:clrMapOvr>
</p:sld>
</file>

<file path=ppt/theme/theme1.xml><?xml version="1.0" encoding="utf-8"?>
<a:theme xmlns:a="http://schemas.openxmlformats.org/drawingml/2006/main" name="Template">
  <a:themeElements>
    <a:clrScheme name="ECU Corporate">
      <a:dk1>
        <a:srgbClr val="000000"/>
      </a:dk1>
      <a:lt1>
        <a:srgbClr val="EFF3F2"/>
      </a:lt1>
      <a:dk2>
        <a:srgbClr val="0E2841"/>
      </a:dk2>
      <a:lt2>
        <a:srgbClr val="FFFFFF"/>
      </a:lt2>
      <a:accent1>
        <a:srgbClr val="26B298"/>
      </a:accent1>
      <a:accent2>
        <a:srgbClr val="B11D75"/>
      </a:accent2>
      <a:accent3>
        <a:srgbClr val="26B298"/>
      </a:accent3>
      <a:accent4>
        <a:srgbClr val="B11D75"/>
      </a:accent4>
      <a:accent5>
        <a:srgbClr val="26B298"/>
      </a:accent5>
      <a:accent6>
        <a:srgbClr val="B11D76"/>
      </a:accent6>
      <a:hlink>
        <a:srgbClr val="26B286"/>
      </a:hlink>
      <a:folHlink>
        <a:srgbClr val="B11D7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CU Brand Powerpoint Template Compressed x2" id="{841F0DF4-518D-334F-9D36-B66343F5042F}" vid="{0B8F3DA3-A7DD-D244-9C8E-AEC4E620B5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1678</TotalTime>
  <Words>3671</Words>
  <Application>Microsoft Office PowerPoint</Application>
  <PresentationFormat>On-screen Show (16:9)</PresentationFormat>
  <Paragraphs>245</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Wingdings</vt:lpstr>
      <vt:lpstr>Aptos Light</vt:lpstr>
      <vt:lpstr>Calibri</vt:lpstr>
      <vt:lpstr>Arial</vt:lpstr>
      <vt:lpstr>Aptos Display</vt:lpstr>
      <vt:lpstr>Template</vt:lpstr>
      <vt:lpstr>PowerPoint Presentation</vt:lpstr>
      <vt:lpstr>Learning Goals</vt:lpstr>
      <vt:lpstr>Ultra vires: Meaning</vt:lpstr>
      <vt:lpstr>RECAP: Judicial Review-Components</vt:lpstr>
      <vt:lpstr>Judicial Review- Steps in the process Where are we now? </vt:lpstr>
      <vt:lpstr>Judicial Review- Steps in the process Where are we now?</vt:lpstr>
      <vt:lpstr>Grounds of Review: Breach of Duty or Discretion</vt:lpstr>
      <vt:lpstr>Ultra vires in Common Law Judicial Review (state &amp; federal)</vt:lpstr>
      <vt:lpstr>Grounds for Review under the ADJR Act: s5</vt:lpstr>
      <vt:lpstr>Grounds for Review under the ADJR Act: s5 (Continued)</vt:lpstr>
      <vt:lpstr>Simple/Narrow Ultra vires (substantive) under ADJR Act -s.5 (1)(d) ADJR Act 1977 (Cth) </vt:lpstr>
      <vt:lpstr>Simple/Narrow Ultra vires(procedural) under ADJR Act -s.5 (1)(d) ADJR Act 1977 (Cth) </vt:lpstr>
      <vt:lpstr>Grounds of review-method of approach for UV</vt:lpstr>
      <vt:lpstr>Determining Simple/narrow UV (Substantive)</vt:lpstr>
      <vt:lpstr>Determining Simple/Narrow  UV (Procedural) </vt:lpstr>
      <vt:lpstr>Substantive Simple/Narrow Ultra Vires</vt:lpstr>
      <vt:lpstr>Substantive Simple/Narrow Ultra Vires </vt:lpstr>
      <vt:lpstr>Substantive Simple/Narrow Ultra Vires </vt:lpstr>
      <vt:lpstr>Substantive Simple/Narrow Ultra Vires </vt:lpstr>
      <vt:lpstr>Substantive Simple/Narrow Ultra Vires</vt:lpstr>
      <vt:lpstr>Substantive Simple/Narrow Ultra Vires</vt:lpstr>
      <vt:lpstr>Substantive Simple/Narrow Ultra Vires</vt:lpstr>
      <vt:lpstr>Challenging Legislative Decisions (delegated legislation)</vt:lpstr>
      <vt:lpstr>Procedural Simple Ultra Vires</vt:lpstr>
      <vt:lpstr>Procedural Simple Ultra Vires</vt:lpstr>
      <vt:lpstr>Procedural Simple Ultra Vires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LAW2350: Administrative Law   Lecture 6a: Delegated Legislation    Prepared by Dr Carmela De Maio 2019</dc:title>
  <dc:creator>Carmel De Maio Chong</dc:creator>
  <cp:lastModifiedBy>Haydn RIGBY</cp:lastModifiedBy>
  <cp:revision>6</cp:revision>
  <dcterms:created xsi:type="dcterms:W3CDTF">2019-04-01T09:02:51Z</dcterms:created>
  <dcterms:modified xsi:type="dcterms:W3CDTF">2026-04-09T08:57:59Z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081eab-cc3f-49a2-9582-7dfc12a01625_Enabled">
    <vt:lpwstr>true</vt:lpwstr>
  </property>
  <property fmtid="{D5CDD505-2E9C-101B-9397-08002B2CF9AE}" pid="3" name="MSIP_Label_03081eab-cc3f-49a2-9582-7dfc12a01625_SetDate">
    <vt:lpwstr>2026-04-09T02:51:51Z</vt:lpwstr>
  </property>
  <property fmtid="{D5CDD505-2E9C-101B-9397-08002B2CF9AE}" pid="4" name="MSIP_Label_03081eab-cc3f-49a2-9582-7dfc12a01625_Method">
    <vt:lpwstr>Standard</vt:lpwstr>
  </property>
  <property fmtid="{D5CDD505-2E9C-101B-9397-08002B2CF9AE}" pid="5" name="MSIP_Label_03081eab-cc3f-49a2-9582-7dfc12a01625_Name">
    <vt:lpwstr>Internal</vt:lpwstr>
  </property>
  <property fmtid="{D5CDD505-2E9C-101B-9397-08002B2CF9AE}" pid="6" name="MSIP_Label_03081eab-cc3f-49a2-9582-7dfc12a01625_SiteId">
    <vt:lpwstr>9bcb323d-7fa3-45e7-a36f-6d9cfdbcc272</vt:lpwstr>
  </property>
  <property fmtid="{D5CDD505-2E9C-101B-9397-08002B2CF9AE}" pid="7" name="MSIP_Label_03081eab-cc3f-49a2-9582-7dfc12a01625_ActionId">
    <vt:lpwstr>d7da56d2-2f85-4a30-885f-c308c59fdc4b</vt:lpwstr>
  </property>
  <property fmtid="{D5CDD505-2E9C-101B-9397-08002B2CF9AE}" pid="8" name="MSIP_Label_03081eab-cc3f-49a2-9582-7dfc12a01625_ContentBits">
    <vt:lpwstr>2</vt:lpwstr>
  </property>
  <property fmtid="{D5CDD505-2E9C-101B-9397-08002B2CF9AE}" pid="9" name="MSIP_Label_03081eab-cc3f-49a2-9582-7dfc12a01625_Tag">
    <vt:lpwstr>10, 3, 0, 1</vt:lpwstr>
  </property>
  <property fmtid="{D5CDD505-2E9C-101B-9397-08002B2CF9AE}" pid="10" name="ClassificationContentMarkingFooterLocations">
    <vt:lpwstr>Office Theme:5</vt:lpwstr>
  </property>
  <property fmtid="{D5CDD505-2E9C-101B-9397-08002B2CF9AE}" pid="11" name="ClassificationContentMarkingFooterText">
    <vt:lpwstr>ECU Internal Information</vt:lpwstr>
  </property>
</Properties>
</file>